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1" r:id="rId4"/>
    <p:sldId id="258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870EBB-B76D-4065-8DC4-84C530712958}" v="55" dt="2024-03-17T23:39:52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700" autoAdjust="0"/>
    <p:restoredTop sz="94660"/>
  </p:normalViewPr>
  <p:slideViewPr>
    <p:cSldViewPr snapToGrid="0">
      <p:cViewPr>
        <p:scale>
          <a:sx n="69" d="100"/>
          <a:sy n="69" d="100"/>
        </p:scale>
        <p:origin x="76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don, Sneha" userId="8f13200e-3c4f-4195-96bc-b0b9fa05fe22" providerId="ADAL" clId="{D1870EBB-B76D-4065-8DC4-84C530712958}"/>
    <pc:docChg chg="undo custSel modSld">
      <pc:chgData name="Tandon, Sneha" userId="8f13200e-3c4f-4195-96bc-b0b9fa05fe22" providerId="ADAL" clId="{D1870EBB-B76D-4065-8DC4-84C530712958}" dt="2024-03-18T16:34:54.261" v="999" actId="20577"/>
      <pc:docMkLst>
        <pc:docMk/>
      </pc:docMkLst>
      <pc:sldChg chg="addSp delSp modSp mod setBg addAnim delAnim">
        <pc:chgData name="Tandon, Sneha" userId="8f13200e-3c4f-4195-96bc-b0b9fa05fe22" providerId="ADAL" clId="{D1870EBB-B76D-4065-8DC4-84C530712958}" dt="2024-03-17T23:40:00.152" v="72" actId="1076"/>
        <pc:sldMkLst>
          <pc:docMk/>
          <pc:sldMk cId="3627049060" sldId="256"/>
        </pc:sldMkLst>
        <pc:spChg chg="mod">
          <ac:chgData name="Tandon, Sneha" userId="8f13200e-3c4f-4195-96bc-b0b9fa05fe22" providerId="ADAL" clId="{D1870EBB-B76D-4065-8DC4-84C530712958}" dt="2024-03-17T23:40:00.152" v="72" actId="1076"/>
          <ac:spMkLst>
            <pc:docMk/>
            <pc:sldMk cId="3627049060" sldId="256"/>
            <ac:spMk id="2" creationId="{9E1DF1AC-938F-2A1A-F4B5-D5574D7E6436}"/>
          </ac:spMkLst>
        </pc:spChg>
        <pc:spChg chg="mod">
          <ac:chgData name="Tandon, Sneha" userId="8f13200e-3c4f-4195-96bc-b0b9fa05fe22" providerId="ADAL" clId="{D1870EBB-B76D-4065-8DC4-84C530712958}" dt="2024-03-17T23:39:52.741" v="71" actId="20577"/>
          <ac:spMkLst>
            <pc:docMk/>
            <pc:sldMk cId="3627049060" sldId="256"/>
            <ac:spMk id="3" creationId="{73D11A53-574C-3ED0-76CD-0EE5F12756E1}"/>
          </ac:spMkLst>
        </pc:spChg>
        <pc:spChg chg="add del">
          <ac:chgData name="Tandon, Sneha" userId="8f13200e-3c4f-4195-96bc-b0b9fa05fe22" providerId="ADAL" clId="{D1870EBB-B76D-4065-8DC4-84C530712958}" dt="2024-03-17T23:38:40.553" v="12" actId="26606"/>
          <ac:spMkLst>
            <pc:docMk/>
            <pc:sldMk cId="3627049060" sldId="256"/>
            <ac:spMk id="8" creationId="{8D62164E-4528-40DB-BC26-D6DDE216A059}"/>
          </ac:spMkLst>
        </pc:spChg>
        <pc:spChg chg="add del">
          <ac:chgData name="Tandon, Sneha" userId="8f13200e-3c4f-4195-96bc-b0b9fa05fe22" providerId="ADAL" clId="{D1870EBB-B76D-4065-8DC4-84C530712958}" dt="2024-03-17T23:38:40.553" v="12" actId="26606"/>
          <ac:spMkLst>
            <pc:docMk/>
            <pc:sldMk cId="3627049060" sldId="256"/>
            <ac:spMk id="10" creationId="{F30007FA-C6A2-43A0-8045-7016AEF81713}"/>
          </ac:spMkLst>
        </pc:spChg>
        <pc:spChg chg="add del">
          <ac:chgData name="Tandon, Sneha" userId="8f13200e-3c4f-4195-96bc-b0b9fa05fe22" providerId="ADAL" clId="{D1870EBB-B76D-4065-8DC4-84C530712958}" dt="2024-03-17T23:38:42.752" v="14" actId="26606"/>
          <ac:spMkLst>
            <pc:docMk/>
            <pc:sldMk cId="3627049060" sldId="256"/>
            <ac:spMk id="12" creationId="{BCA2EB72-13DC-4DC6-B461-3B036C55B925}"/>
          </ac:spMkLst>
        </pc:spChg>
        <pc:spChg chg="add del">
          <ac:chgData name="Tandon, Sneha" userId="8f13200e-3c4f-4195-96bc-b0b9fa05fe22" providerId="ADAL" clId="{D1870EBB-B76D-4065-8DC4-84C530712958}" dt="2024-03-17T23:38:46.731" v="16" actId="26606"/>
          <ac:spMkLst>
            <pc:docMk/>
            <pc:sldMk cId="3627049060" sldId="256"/>
            <ac:spMk id="15" creationId="{CAAB0C47-03D3-4EC5-9300-FE0F7101422B}"/>
          </ac:spMkLst>
        </pc:spChg>
        <pc:spChg chg="add del">
          <ac:chgData name="Tandon, Sneha" userId="8f13200e-3c4f-4195-96bc-b0b9fa05fe22" providerId="ADAL" clId="{D1870EBB-B76D-4065-8DC4-84C530712958}" dt="2024-03-17T23:38:46.731" v="16" actId="26606"/>
          <ac:spMkLst>
            <pc:docMk/>
            <pc:sldMk cId="3627049060" sldId="256"/>
            <ac:spMk id="16" creationId="{8EC4BECB-3915-428C-B97E-9B2A95053DBE}"/>
          </ac:spMkLst>
        </pc:spChg>
        <pc:spChg chg="add">
          <ac:chgData name="Tandon, Sneha" userId="8f13200e-3c4f-4195-96bc-b0b9fa05fe22" providerId="ADAL" clId="{D1870EBB-B76D-4065-8DC4-84C530712958}" dt="2024-03-17T23:38:46.953" v="17" actId="26606"/>
          <ac:spMkLst>
            <pc:docMk/>
            <pc:sldMk cId="3627049060" sldId="256"/>
            <ac:spMk id="19" creationId="{A79A2E3A-88DD-4B27-909A-4031901CC83D}"/>
          </ac:spMkLst>
        </pc:spChg>
        <pc:spChg chg="add">
          <ac:chgData name="Tandon, Sneha" userId="8f13200e-3c4f-4195-96bc-b0b9fa05fe22" providerId="ADAL" clId="{D1870EBB-B76D-4065-8DC4-84C530712958}" dt="2024-03-17T23:38:46.953" v="17" actId="26606"/>
          <ac:spMkLst>
            <pc:docMk/>
            <pc:sldMk cId="3627049060" sldId="256"/>
            <ac:spMk id="20" creationId="{22FC9FC5-AE70-47F7-97E7-DD8418F0D44B}"/>
          </ac:spMkLst>
        </pc:spChg>
        <pc:picChg chg="add del">
          <ac:chgData name="Tandon, Sneha" userId="8f13200e-3c4f-4195-96bc-b0b9fa05fe22" providerId="ADAL" clId="{D1870EBB-B76D-4065-8DC4-84C530712958}" dt="2024-03-17T23:38:31.025" v="4" actId="26606"/>
          <ac:picMkLst>
            <pc:docMk/>
            <pc:sldMk cId="3627049060" sldId="256"/>
            <ac:picMk id="5" creationId="{A31668DE-70CE-24E8-C16C-C69AFBEFBB97}"/>
          </ac:picMkLst>
        </pc:picChg>
        <pc:picChg chg="add del">
          <ac:chgData name="Tandon, Sneha" userId="8f13200e-3c4f-4195-96bc-b0b9fa05fe22" providerId="ADAL" clId="{D1870EBB-B76D-4065-8DC4-84C530712958}" dt="2024-03-17T23:38:32.451" v="8" actId="26606"/>
          <ac:picMkLst>
            <pc:docMk/>
            <pc:sldMk cId="3627049060" sldId="256"/>
            <ac:picMk id="7" creationId="{9990A61A-A0C2-24B5-928C-7AE0AF302F9F}"/>
          </ac:picMkLst>
        </pc:picChg>
        <pc:picChg chg="add del">
          <ac:chgData name="Tandon, Sneha" userId="8f13200e-3c4f-4195-96bc-b0b9fa05fe22" providerId="ADAL" clId="{D1870EBB-B76D-4065-8DC4-84C530712958}" dt="2024-03-17T23:38:34.847" v="10" actId="26606"/>
          <ac:picMkLst>
            <pc:docMk/>
            <pc:sldMk cId="3627049060" sldId="256"/>
            <ac:picMk id="9" creationId="{A19262EA-424A-8158-6B99-C4D672C0A7AB}"/>
          </ac:picMkLst>
        </pc:picChg>
        <pc:cxnChg chg="add del">
          <ac:chgData name="Tandon, Sneha" userId="8f13200e-3c4f-4195-96bc-b0b9fa05fe22" providerId="ADAL" clId="{D1870EBB-B76D-4065-8DC4-84C530712958}" dt="2024-03-17T23:38:42.752" v="14" actId="26606"/>
          <ac:cxnSpMkLst>
            <pc:docMk/>
            <pc:sldMk cId="3627049060" sldId="256"/>
            <ac:cxnSpMk id="13" creationId="{C8F75BF3-096E-451E-A222-96A7F0946814}"/>
          </ac:cxnSpMkLst>
        </pc:cxnChg>
        <pc:cxnChg chg="add del">
          <ac:chgData name="Tandon, Sneha" userId="8f13200e-3c4f-4195-96bc-b0b9fa05fe22" providerId="ADAL" clId="{D1870EBB-B76D-4065-8DC4-84C530712958}" dt="2024-03-17T23:38:46.731" v="16" actId="26606"/>
          <ac:cxnSpMkLst>
            <pc:docMk/>
            <pc:sldMk cId="3627049060" sldId="256"/>
            <ac:cxnSpMk id="17" creationId="{62FE8E50-044C-4BD7-A1B4-BC8AF7CDCF76}"/>
          </ac:cxnSpMkLst>
        </pc:cxnChg>
        <pc:cxnChg chg="add">
          <ac:chgData name="Tandon, Sneha" userId="8f13200e-3c4f-4195-96bc-b0b9fa05fe22" providerId="ADAL" clId="{D1870EBB-B76D-4065-8DC4-84C530712958}" dt="2024-03-17T23:38:46.953" v="17" actId="26606"/>
          <ac:cxnSpMkLst>
            <pc:docMk/>
            <pc:sldMk cId="3627049060" sldId="256"/>
            <ac:cxnSpMk id="21" creationId="{BB6211A9-0224-42CE-8B84-2223FD5FA59B}"/>
          </ac:cxnSpMkLst>
        </pc:cxnChg>
      </pc:sldChg>
      <pc:sldChg chg="modSp mod">
        <pc:chgData name="Tandon, Sneha" userId="8f13200e-3c4f-4195-96bc-b0b9fa05fe22" providerId="ADAL" clId="{D1870EBB-B76D-4065-8DC4-84C530712958}" dt="2024-03-18T15:20:50.840" v="915" actId="14100"/>
        <pc:sldMkLst>
          <pc:docMk/>
          <pc:sldMk cId="3316150611" sldId="257"/>
        </pc:sldMkLst>
        <pc:spChg chg="mod">
          <ac:chgData name="Tandon, Sneha" userId="8f13200e-3c4f-4195-96bc-b0b9fa05fe22" providerId="ADAL" clId="{D1870EBB-B76D-4065-8DC4-84C530712958}" dt="2024-03-18T15:20:17.493" v="911"/>
          <ac:spMkLst>
            <pc:docMk/>
            <pc:sldMk cId="3316150611" sldId="257"/>
            <ac:spMk id="2" creationId="{E7246B5B-596D-1CD4-7213-B0502CD2E26D}"/>
          </ac:spMkLst>
        </pc:spChg>
        <pc:spChg chg="mod">
          <ac:chgData name="Tandon, Sneha" userId="8f13200e-3c4f-4195-96bc-b0b9fa05fe22" providerId="ADAL" clId="{D1870EBB-B76D-4065-8DC4-84C530712958}" dt="2024-03-18T15:20:50.840" v="915" actId="14100"/>
          <ac:spMkLst>
            <pc:docMk/>
            <pc:sldMk cId="3316150611" sldId="257"/>
            <ac:spMk id="3" creationId="{E776DF97-410F-29B1-BE67-125AA822B3AC}"/>
          </ac:spMkLst>
        </pc:spChg>
      </pc:sldChg>
      <pc:sldChg chg="modSp mod">
        <pc:chgData name="Tandon, Sneha" userId="8f13200e-3c4f-4195-96bc-b0b9fa05fe22" providerId="ADAL" clId="{D1870EBB-B76D-4065-8DC4-84C530712958}" dt="2024-03-18T16:29:40.685" v="930" actId="20577"/>
        <pc:sldMkLst>
          <pc:docMk/>
          <pc:sldMk cId="3808518611" sldId="258"/>
        </pc:sldMkLst>
        <pc:spChg chg="mod">
          <ac:chgData name="Tandon, Sneha" userId="8f13200e-3c4f-4195-96bc-b0b9fa05fe22" providerId="ADAL" clId="{D1870EBB-B76D-4065-8DC4-84C530712958}" dt="2024-03-17T23:38:23.653" v="0"/>
          <ac:spMkLst>
            <pc:docMk/>
            <pc:sldMk cId="3808518611" sldId="258"/>
            <ac:spMk id="2" creationId="{58897385-7FB0-25C4-E493-3343F8085A63}"/>
          </ac:spMkLst>
        </pc:spChg>
        <pc:spChg chg="mod">
          <ac:chgData name="Tandon, Sneha" userId="8f13200e-3c4f-4195-96bc-b0b9fa05fe22" providerId="ADAL" clId="{D1870EBB-B76D-4065-8DC4-84C530712958}" dt="2024-03-18T16:29:40.685" v="930" actId="20577"/>
          <ac:spMkLst>
            <pc:docMk/>
            <pc:sldMk cId="3808518611" sldId="258"/>
            <ac:spMk id="3" creationId="{287E82B7-A21C-2A38-C723-008F16E9A4BE}"/>
          </ac:spMkLst>
        </pc:spChg>
      </pc:sldChg>
      <pc:sldChg chg="modSp mod">
        <pc:chgData name="Tandon, Sneha" userId="8f13200e-3c4f-4195-96bc-b0b9fa05fe22" providerId="ADAL" clId="{D1870EBB-B76D-4065-8DC4-84C530712958}" dt="2024-03-17T23:41:56.134" v="186" actId="5793"/>
        <pc:sldMkLst>
          <pc:docMk/>
          <pc:sldMk cId="2198320346" sldId="259"/>
        </pc:sldMkLst>
        <pc:spChg chg="mod">
          <ac:chgData name="Tandon, Sneha" userId="8f13200e-3c4f-4195-96bc-b0b9fa05fe22" providerId="ADAL" clId="{D1870EBB-B76D-4065-8DC4-84C530712958}" dt="2024-03-17T23:38:23.653" v="0"/>
          <ac:spMkLst>
            <pc:docMk/>
            <pc:sldMk cId="2198320346" sldId="259"/>
            <ac:spMk id="2" creationId="{BC9D6D44-EB4D-B6F6-0772-C54DD79C2BDB}"/>
          </ac:spMkLst>
        </pc:spChg>
        <pc:spChg chg="mod">
          <ac:chgData name="Tandon, Sneha" userId="8f13200e-3c4f-4195-96bc-b0b9fa05fe22" providerId="ADAL" clId="{D1870EBB-B76D-4065-8DC4-84C530712958}" dt="2024-03-17T23:41:56.134" v="186" actId="5793"/>
          <ac:spMkLst>
            <pc:docMk/>
            <pc:sldMk cId="2198320346" sldId="259"/>
            <ac:spMk id="3" creationId="{8DF76314-0244-33BD-C990-6E10F724DA74}"/>
          </ac:spMkLst>
        </pc:spChg>
      </pc:sldChg>
      <pc:sldChg chg="modSp mod">
        <pc:chgData name="Tandon, Sneha" userId="8f13200e-3c4f-4195-96bc-b0b9fa05fe22" providerId="ADAL" clId="{D1870EBB-B76D-4065-8DC4-84C530712958}" dt="2024-03-18T16:34:54.261" v="999" actId="20577"/>
        <pc:sldMkLst>
          <pc:docMk/>
          <pc:sldMk cId="3054669257" sldId="260"/>
        </pc:sldMkLst>
        <pc:spChg chg="mod">
          <ac:chgData name="Tandon, Sneha" userId="8f13200e-3c4f-4195-96bc-b0b9fa05fe22" providerId="ADAL" clId="{D1870EBB-B76D-4065-8DC4-84C530712958}" dt="2024-03-17T23:38:23.653" v="0"/>
          <ac:spMkLst>
            <pc:docMk/>
            <pc:sldMk cId="3054669257" sldId="260"/>
            <ac:spMk id="2" creationId="{F5C8A5BB-2ADE-5AFF-AA5D-DC146781BE10}"/>
          </ac:spMkLst>
        </pc:spChg>
        <pc:spChg chg="mod">
          <ac:chgData name="Tandon, Sneha" userId="8f13200e-3c4f-4195-96bc-b0b9fa05fe22" providerId="ADAL" clId="{D1870EBB-B76D-4065-8DC4-84C530712958}" dt="2024-03-18T16:34:54.261" v="999" actId="20577"/>
          <ac:spMkLst>
            <pc:docMk/>
            <pc:sldMk cId="3054669257" sldId="260"/>
            <ac:spMk id="3" creationId="{4567F4C9-B39A-B802-A66D-4F417041B312}"/>
          </ac:spMkLst>
        </pc:spChg>
      </pc:sldChg>
      <pc:sldChg chg="modSp mod">
        <pc:chgData name="Tandon, Sneha" userId="8f13200e-3c4f-4195-96bc-b0b9fa05fe22" providerId="ADAL" clId="{D1870EBB-B76D-4065-8DC4-84C530712958}" dt="2024-03-18T15:36:34.901" v="921"/>
        <pc:sldMkLst>
          <pc:docMk/>
          <pc:sldMk cId="4179353260" sldId="261"/>
        </pc:sldMkLst>
        <pc:spChg chg="mod">
          <ac:chgData name="Tandon, Sneha" userId="8f13200e-3c4f-4195-96bc-b0b9fa05fe22" providerId="ADAL" clId="{D1870EBB-B76D-4065-8DC4-84C530712958}" dt="2024-03-17T23:38:23.653" v="0"/>
          <ac:spMkLst>
            <pc:docMk/>
            <pc:sldMk cId="4179353260" sldId="261"/>
            <ac:spMk id="2" creationId="{BC9D6D44-EB4D-B6F6-0772-C54DD79C2BDB}"/>
          </ac:spMkLst>
        </pc:spChg>
        <pc:spChg chg="mod">
          <ac:chgData name="Tandon, Sneha" userId="8f13200e-3c4f-4195-96bc-b0b9fa05fe22" providerId="ADAL" clId="{D1870EBB-B76D-4065-8DC4-84C530712958}" dt="2024-03-18T15:36:34.901" v="921"/>
          <ac:spMkLst>
            <pc:docMk/>
            <pc:sldMk cId="4179353260" sldId="261"/>
            <ac:spMk id="3" creationId="{8DF76314-0244-33BD-C990-6E10F724DA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376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09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282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88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39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32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3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89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35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20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813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159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00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887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42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42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87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37CE1DB-F4FA-41EC-97D7-A9178FE5C94D}" type="datetimeFigureOut">
              <a:rPr lang="en-GB" smtClean="0"/>
              <a:t>17/03/2024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77799B3-5D25-4E6F-BA12-C15173769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152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79A2E3A-88DD-4B27-909A-4031901CC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5767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DF1AC-938F-2A1A-F4B5-D5574D7E6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9121" y="711201"/>
            <a:ext cx="9285822" cy="3402562"/>
          </a:xfrm>
        </p:spPr>
        <p:txBody>
          <a:bodyPr>
            <a:normAutofit/>
          </a:bodyPr>
          <a:lstStyle/>
          <a:p>
            <a:pPr algn="l"/>
            <a:r>
              <a:rPr lang="en-GB" sz="6600"/>
              <a:t>CE101 Product Pitch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FC9FC5-AE70-47F7-97E7-DD8418F0D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65807"/>
            <a:ext cx="12192000" cy="2292194"/>
          </a:xfrm>
          <a:prstGeom prst="rect">
            <a:avLst/>
          </a:prstGeom>
          <a:solidFill>
            <a:srgbClr val="363D46"/>
          </a:solidFill>
          <a:ln>
            <a:noFill/>
          </a:ln>
          <a:effectLst>
            <a:innerShdw blurRad="635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11A53-574C-3ED0-76CD-0EE5F1275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1412" y="4867276"/>
            <a:ext cx="9285822" cy="92392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2200" dirty="0">
                <a:solidFill>
                  <a:srgbClr val="E6E6E6"/>
                </a:solidFill>
              </a:rPr>
              <a:t>Company Name: Heart Beat</a:t>
            </a:r>
          </a:p>
          <a:p>
            <a:pPr algn="l">
              <a:lnSpc>
                <a:spcPct val="90000"/>
              </a:lnSpc>
            </a:pPr>
            <a:r>
              <a:rPr lang="en-GB" sz="2200" dirty="0">
                <a:solidFill>
                  <a:srgbClr val="E6E6E6"/>
                </a:solidFill>
              </a:rPr>
              <a:t>Team members: Hasan, Sneha, Aki, Joshua</a:t>
            </a:r>
          </a:p>
          <a:p>
            <a:pPr algn="l">
              <a:lnSpc>
                <a:spcPct val="90000"/>
              </a:lnSpc>
            </a:pPr>
            <a:endParaRPr lang="en-GB" sz="2200" dirty="0">
              <a:solidFill>
                <a:srgbClr val="E6E6E6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6211A9-0224-42CE-8B84-2223FD5F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5807"/>
            <a:ext cx="12192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27049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6D44-EB4D-B6F6-0772-C54DD79C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Company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76314-0244-33BD-C990-6E10F724D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Sneha – coder and </a:t>
            </a:r>
            <a:r>
              <a:rPr lang="en-GB" dirty="0" err="1"/>
              <a:t>jira</a:t>
            </a:r>
            <a:r>
              <a:rPr lang="en-GB" dirty="0"/>
              <a:t> master</a:t>
            </a:r>
          </a:p>
          <a:p>
            <a:r>
              <a:rPr lang="en-GB" dirty="0"/>
              <a:t>Hasan – coder and </a:t>
            </a:r>
            <a:r>
              <a:rPr lang="en-GB" dirty="0" err="1"/>
              <a:t>jira</a:t>
            </a:r>
            <a:r>
              <a:rPr lang="en-GB" dirty="0"/>
              <a:t> master</a:t>
            </a:r>
          </a:p>
          <a:p>
            <a:r>
              <a:rPr lang="en-GB" dirty="0"/>
              <a:t>Aki – coder </a:t>
            </a:r>
          </a:p>
          <a:p>
            <a:r>
              <a:rPr lang="en-GB" dirty="0"/>
              <a:t>Joshua – coder </a:t>
            </a:r>
          </a:p>
        </p:txBody>
      </p:sp>
    </p:spTree>
    <p:extLst>
      <p:ext uri="{BB962C8B-B14F-4D97-AF65-F5344CB8AC3E}">
        <p14:creationId xmlns:p14="http://schemas.microsoft.com/office/powerpoint/2010/main" val="2198320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6D44-EB4D-B6F6-0772-C54DD79C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76314-0244-33BD-C990-6E10F724D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11681"/>
            <a:ext cx="9905998" cy="4544568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Early Detection: Enables early detection of potential heart disease, allowing for timely intervention and treatment.</a:t>
            </a:r>
          </a:p>
          <a:p>
            <a:r>
              <a:rPr lang="en-US" dirty="0">
                <a:ea typeface="Calibri"/>
                <a:cs typeface="Calibri"/>
              </a:rPr>
              <a:t>Personalized Recommendations: Provides personalized recommendations for lifestyle changes and medical interventions based on individual risk profiles.</a:t>
            </a:r>
          </a:p>
          <a:p>
            <a:r>
              <a:rPr lang="en-US" dirty="0">
                <a:ea typeface="Calibri"/>
                <a:cs typeface="Calibri"/>
              </a:rPr>
              <a:t>Empowering Users: Empowers users with knowledge about their heart health, fostering proactive management and prevention of heart disease.</a:t>
            </a:r>
          </a:p>
          <a:p>
            <a:r>
              <a:rPr lang="en-US" dirty="0">
                <a:ea typeface="Calibri"/>
                <a:cs typeface="Calibri"/>
              </a:rPr>
              <a:t>Our Heart Disease Prediction System leverages advanced data analysis and machine learning techniques to offer accurate predictions and personalized recommendations, contributing to improved heart health outcomes for users.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935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7385-7FB0-25C4-E493-3343F808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E82B7-A21C-2A38-C723-008F16E9A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Key Features:</a:t>
            </a:r>
          </a:p>
          <a:p>
            <a:r>
              <a:rPr lang="en-US" dirty="0">
                <a:ea typeface="Calibri"/>
                <a:cs typeface="Calibri"/>
              </a:rPr>
              <a:t>Data Analysis: Utilizes advanced data analysis techniques to explore various factors associated with heart disease. Examines correlations, distributions, and trends within the dataset to identify important predictors.</a:t>
            </a:r>
          </a:p>
          <a:p>
            <a:r>
              <a:rPr lang="en-US" dirty="0">
                <a:ea typeface="Calibri"/>
                <a:cs typeface="Calibri"/>
              </a:rPr>
              <a:t>Predictive Modeling: </a:t>
            </a:r>
            <a:r>
              <a:rPr lang="en-US" sz="2000" dirty="0">
                <a:ea typeface="Calibri"/>
                <a:cs typeface="Calibri"/>
              </a:rPr>
              <a:t>Utilizes machine learning algorithms to build predictive models based on identified patterns. Predicts the probability of an individual developing heart disease based on their input data.</a:t>
            </a:r>
            <a:r>
              <a:rPr lang="en-US" dirty="0">
                <a:ea typeface="Calibri"/>
                <a:cs typeface="Calibri"/>
              </a:rPr>
              <a:t> Our code is 0.8852 accurate 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User Interface: </a:t>
            </a:r>
            <a:r>
              <a:rPr lang="en-US" sz="2000" dirty="0">
                <a:ea typeface="Calibri"/>
                <a:cs typeface="Calibri"/>
              </a:rPr>
              <a:t>Offers an intuitive user interface for inputting personal health data.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sz="2000" dirty="0">
                <a:ea typeface="Calibri"/>
                <a:cs typeface="Calibri"/>
              </a:rPr>
              <a:t>Provides clear and understandable predictions to users.</a:t>
            </a:r>
          </a:p>
        </p:txBody>
      </p:sp>
    </p:spTree>
    <p:extLst>
      <p:ext uri="{BB962C8B-B14F-4D97-AF65-F5344CB8AC3E}">
        <p14:creationId xmlns:p14="http://schemas.microsoft.com/office/powerpoint/2010/main" val="380851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6B5B-596D-1CD4-7213-B0502CD2E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Söhne"/>
              </a:rPr>
              <a:t>Revolutionising Heart Health</a:t>
            </a:r>
            <a:br>
              <a:rPr lang="en-GB" b="0" i="0" dirty="0">
                <a:effectLst/>
                <a:latin typeface="Söhne"/>
              </a:rPr>
            </a:br>
            <a:r>
              <a:rPr lang="en-GB" sz="3200" b="0" i="0" dirty="0">
                <a:effectLst/>
                <a:latin typeface="Söhne"/>
              </a:rPr>
              <a:t>AI-Powered Insights at Your Fingertips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6DF97-410F-29B1-BE67-125AA822B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95145"/>
            <a:ext cx="9905998" cy="3953256"/>
          </a:xfrm>
        </p:spPr>
        <p:txBody>
          <a:bodyPr>
            <a:normAutofit fontScale="25000" lnSpcReduction="20000"/>
          </a:bodyPr>
          <a:lstStyle/>
          <a:p>
            <a:r>
              <a:rPr lang="en-GB" sz="7400" b="1" i="0" dirty="0">
                <a:effectLst/>
              </a:rPr>
              <a:t>Comprehensive Analysis &amp; Visualization</a:t>
            </a:r>
          </a:p>
          <a:p>
            <a:pPr lvl="1"/>
            <a:r>
              <a:rPr lang="en-GB" sz="5500" b="0" i="0" dirty="0">
                <a:effectLst/>
              </a:rPr>
              <a:t>We are using powerful Python libraries for in-depth analysis (Pandas) and insightful visualizations (Seaborn and Matplotlib) of heart disease data. This significantly simplifies complex data interpretation.</a:t>
            </a:r>
            <a:endParaRPr lang="en-GB" sz="5500" b="1" i="0" dirty="0">
              <a:effectLst/>
            </a:endParaRPr>
          </a:p>
          <a:p>
            <a:r>
              <a:rPr lang="en-GB" sz="7400" b="1" i="0" dirty="0">
                <a:effectLst/>
              </a:rPr>
              <a:t>Innovative Risk Identification</a:t>
            </a:r>
          </a:p>
          <a:p>
            <a:pPr lvl="1"/>
            <a:r>
              <a:rPr lang="en-GB" sz="5600" b="0" i="0" dirty="0">
                <a:effectLst/>
              </a:rPr>
              <a:t>Our solution provides an advanced detection of high-risk individuals for heart disease. This is accomplished by analysing critical health indicators and results also support preventive healthcare</a:t>
            </a:r>
            <a:endParaRPr lang="en-GB" sz="5600" b="1" i="0" dirty="0">
              <a:effectLst/>
            </a:endParaRPr>
          </a:p>
          <a:p>
            <a:r>
              <a:rPr lang="en-GB" sz="7400" b="1" i="0" dirty="0">
                <a:effectLst/>
              </a:rPr>
              <a:t>Demographic-Specific Insights</a:t>
            </a:r>
          </a:p>
          <a:p>
            <a:pPr lvl="1"/>
            <a:r>
              <a:rPr lang="en-GB" sz="5500" i="0" dirty="0">
                <a:effectLst/>
              </a:rPr>
              <a:t>The application provides laser-targeted insights on heart disease risk factors as well as the symptoms across different genders and age groups.</a:t>
            </a:r>
            <a:br>
              <a:rPr lang="en-GB" sz="5500" i="0" dirty="0">
                <a:effectLst/>
              </a:rPr>
            </a:br>
            <a:r>
              <a:rPr lang="en-GB" sz="5500" i="0" dirty="0">
                <a:effectLst/>
              </a:rPr>
              <a:t>This promotes the capability implementation of a personalised healthcare approach.</a:t>
            </a:r>
          </a:p>
          <a:p>
            <a:r>
              <a:rPr lang="en-GB" sz="7400" b="1" dirty="0"/>
              <a:t>Fast speed and large scale</a:t>
            </a:r>
          </a:p>
          <a:p>
            <a:pPr lvl="1"/>
            <a:r>
              <a:rPr lang="en-GB" sz="5600" b="0" dirty="0"/>
              <a:t>This translates to economic and quality benefits as the higher level of performance in these areas allows more thorough analysis and cost-effective operations opening the door for broadening the scope of research.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15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A5BB-2ADE-5AFF-AA5D-DC146781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Invest in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7F4C9-B39A-B802-A66D-4F417041B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 government in the world in charge of public health is interested in lowering costs related to it.</a:t>
            </a:r>
          </a:p>
          <a:p>
            <a:r>
              <a:rPr lang="en-GB" dirty="0"/>
              <a:t>Unique and patented approach (patent pending)</a:t>
            </a:r>
          </a:p>
          <a:p>
            <a:r>
              <a:rPr lang="en-GB" dirty="0"/>
              <a:t>Possibility to get in with lower capital and scale up later to mitigate investor risk</a:t>
            </a:r>
          </a:p>
          <a:p>
            <a:r>
              <a:rPr lang="en-GB" dirty="0"/>
              <a:t>Average expenditure is £15 billion per year by </a:t>
            </a:r>
            <a:r>
              <a:rPr lang="en-GB" dirty="0" err="1"/>
              <a:t>uk</a:t>
            </a:r>
            <a:r>
              <a:rPr lang="en-GB"/>
              <a:t> government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4669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1017</TotalTime>
  <Words>427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Söhne</vt:lpstr>
      <vt:lpstr>Mesh</vt:lpstr>
      <vt:lpstr>CE101 Product Pitch</vt:lpstr>
      <vt:lpstr>Company Description</vt:lpstr>
      <vt:lpstr>Context</vt:lpstr>
      <vt:lpstr>Product Description</vt:lpstr>
      <vt:lpstr>Revolutionising Heart Health AI-Powered Insights at Your Fingertips</vt:lpstr>
      <vt:lpstr>Why Invest in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CE101 Product Pitch</dc:title>
  <dc:creator>Faiyaz Doctor</dc:creator>
  <cp:lastModifiedBy>Tandon, Sneha</cp:lastModifiedBy>
  <cp:revision>3</cp:revision>
  <dcterms:created xsi:type="dcterms:W3CDTF">2023-03-09T11:45:25Z</dcterms:created>
  <dcterms:modified xsi:type="dcterms:W3CDTF">2024-03-18T16:34:56Z</dcterms:modified>
</cp:coreProperties>
</file>