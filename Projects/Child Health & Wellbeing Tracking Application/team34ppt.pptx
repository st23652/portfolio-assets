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6"/>
  </p:notesMasterIdLst>
  <p:handoutMasterIdLst>
    <p:handoutMasterId r:id="rId27"/>
  </p:handoutMasterIdLst>
  <p:sldIdLst>
    <p:sldId id="257" r:id="rId2"/>
    <p:sldId id="266" r:id="rId3"/>
    <p:sldId id="258" r:id="rId4"/>
    <p:sldId id="260" r:id="rId5"/>
    <p:sldId id="261" r:id="rId6"/>
    <p:sldId id="277" r:id="rId7"/>
    <p:sldId id="262" r:id="rId8"/>
    <p:sldId id="263" r:id="rId9"/>
    <p:sldId id="275" r:id="rId10"/>
    <p:sldId id="264" r:id="rId11"/>
    <p:sldId id="265" r:id="rId12"/>
    <p:sldId id="271" r:id="rId13"/>
    <p:sldId id="267" r:id="rId14"/>
    <p:sldId id="279" r:id="rId15"/>
    <p:sldId id="280" r:id="rId16"/>
    <p:sldId id="281" r:id="rId17"/>
    <p:sldId id="282" r:id="rId18"/>
    <p:sldId id="283" r:id="rId19"/>
    <p:sldId id="284" r:id="rId20"/>
    <p:sldId id="278" r:id="rId21"/>
    <p:sldId id="269" r:id="rId22"/>
    <p:sldId id="270" r:id="rId23"/>
    <p:sldId id="268" r:id="rId24"/>
    <p:sldId id="273" r:id="rId25"/>
  </p:sldIdLst>
  <p:sldSz cx="9144000" cy="6858000" type="screen4x3"/>
  <p:notesSz cx="6985000" cy="9271000"/>
  <p:defaultTextStyle>
    <a:defPPr>
      <a:defRPr lang="en-GB"/>
    </a:defPPr>
    <a:lvl1pPr algn="l" rtl="0" fontAlgn="base">
      <a:spcBef>
        <a:spcPct val="0"/>
      </a:spcBef>
      <a:spcAft>
        <a:spcPct val="0"/>
      </a:spcAft>
      <a:defRPr sz="1600" kern="1200">
        <a:solidFill>
          <a:schemeClr val="tx1"/>
        </a:solidFill>
        <a:latin typeface="Arial" charset="0"/>
        <a:ea typeface="+mn-ea"/>
        <a:cs typeface="+mn-cs"/>
      </a:defRPr>
    </a:lvl1pPr>
    <a:lvl2pPr marL="457200" algn="l" rtl="0" fontAlgn="base">
      <a:spcBef>
        <a:spcPct val="0"/>
      </a:spcBef>
      <a:spcAft>
        <a:spcPct val="0"/>
      </a:spcAft>
      <a:defRPr sz="1600" kern="1200">
        <a:solidFill>
          <a:schemeClr val="tx1"/>
        </a:solidFill>
        <a:latin typeface="Arial" charset="0"/>
        <a:ea typeface="+mn-ea"/>
        <a:cs typeface="+mn-cs"/>
      </a:defRPr>
    </a:lvl2pPr>
    <a:lvl3pPr marL="914400" algn="l" rtl="0" fontAlgn="base">
      <a:spcBef>
        <a:spcPct val="0"/>
      </a:spcBef>
      <a:spcAft>
        <a:spcPct val="0"/>
      </a:spcAft>
      <a:defRPr sz="1600" kern="1200">
        <a:solidFill>
          <a:schemeClr val="tx1"/>
        </a:solidFill>
        <a:latin typeface="Arial" charset="0"/>
        <a:ea typeface="+mn-ea"/>
        <a:cs typeface="+mn-cs"/>
      </a:defRPr>
    </a:lvl3pPr>
    <a:lvl4pPr marL="1371600" algn="l" rtl="0" fontAlgn="base">
      <a:spcBef>
        <a:spcPct val="0"/>
      </a:spcBef>
      <a:spcAft>
        <a:spcPct val="0"/>
      </a:spcAft>
      <a:defRPr sz="1600" kern="1200">
        <a:solidFill>
          <a:schemeClr val="tx1"/>
        </a:solidFill>
        <a:latin typeface="Arial" charset="0"/>
        <a:ea typeface="+mn-ea"/>
        <a:cs typeface="+mn-cs"/>
      </a:defRPr>
    </a:lvl4pPr>
    <a:lvl5pPr marL="1828800" algn="l" rtl="0" fontAlgn="base">
      <a:spcBef>
        <a:spcPct val="0"/>
      </a:spcBef>
      <a:spcAft>
        <a:spcPct val="0"/>
      </a:spcAft>
      <a:defRPr sz="1600" kern="1200">
        <a:solidFill>
          <a:schemeClr val="tx1"/>
        </a:solidFill>
        <a:latin typeface="Arial" charset="0"/>
        <a:ea typeface="+mn-ea"/>
        <a:cs typeface="+mn-cs"/>
      </a:defRPr>
    </a:lvl5pPr>
    <a:lvl6pPr marL="2286000" algn="l" defTabSz="914400" rtl="0" eaLnBrk="1" latinLnBrk="0" hangingPunct="1">
      <a:defRPr sz="1600" kern="1200">
        <a:solidFill>
          <a:schemeClr val="tx1"/>
        </a:solidFill>
        <a:latin typeface="Arial" charset="0"/>
        <a:ea typeface="+mn-ea"/>
        <a:cs typeface="+mn-cs"/>
      </a:defRPr>
    </a:lvl6pPr>
    <a:lvl7pPr marL="2743200" algn="l" defTabSz="914400" rtl="0" eaLnBrk="1" latinLnBrk="0" hangingPunct="1">
      <a:defRPr sz="1600" kern="1200">
        <a:solidFill>
          <a:schemeClr val="tx1"/>
        </a:solidFill>
        <a:latin typeface="Arial" charset="0"/>
        <a:ea typeface="+mn-ea"/>
        <a:cs typeface="+mn-cs"/>
      </a:defRPr>
    </a:lvl7pPr>
    <a:lvl8pPr marL="3200400" algn="l" defTabSz="914400" rtl="0" eaLnBrk="1" latinLnBrk="0" hangingPunct="1">
      <a:defRPr sz="1600" kern="1200">
        <a:solidFill>
          <a:schemeClr val="tx1"/>
        </a:solidFill>
        <a:latin typeface="Arial" charset="0"/>
        <a:ea typeface="+mn-ea"/>
        <a:cs typeface="+mn-cs"/>
      </a:defRPr>
    </a:lvl8pPr>
    <a:lvl9pPr marL="3657600" algn="l" defTabSz="914400" rtl="0" eaLnBrk="1" latinLnBrk="0" hangingPunct="1">
      <a:defRPr sz="1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87"/>
    <a:srgbClr val="0A0061"/>
    <a:srgbClr val="A9006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B706D-A211-63EB-5661-72B16184D8E8}" v="791" vWet="792" dt="2025-03-20T11:33:31.094"/>
    <p1510:client id="{17A0DB57-E944-00AC-A793-26838E9CE768}" v="236" dt="2025-03-20T10:32:30.793"/>
    <p1510:client id="{221CBE34-0835-1FF0-DAC6-F669D706C4B9}" v="118" dt="2025-03-20T11:33:19.867"/>
    <p1510:client id="{23E098B7-2C44-3248-286C-BDB458EFD8D2}" v="403" dt="2025-03-20T11:30:24.804"/>
    <p1510:client id="{4979C953-2DCE-20F6-F631-7D00FCE20EB8}" v="4" dt="2025-03-19T23:11:10.664"/>
    <p1510:client id="{A9135615-B474-45E7-2A0B-0B2674A3AA08}" v="27" dt="2025-03-19T23:05:57.271"/>
    <p1510:client id="{D4A38EEC-6015-4BCC-AC45-A2CDBFA1B0AA}" v="830" dt="2025-03-20T11:37:50.094"/>
    <p1510:client id="{EDF9EF43-6D02-A239-8167-57F3A781BBBD}" v="140" dt="2025-03-20T10:39:13.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0"/>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mine, Chloe" userId="719ddc1a-b480-46d3-83e7-12dc8a4192f9" providerId="ADAL" clId="{47260DDF-32E3-4E89-8723-026AA02DF310}"/>
    <pc:docChg chg="custSel addSld delSld modSld">
      <pc:chgData name="Yammine, Chloe" userId="719ddc1a-b480-46d3-83e7-12dc8a4192f9" providerId="ADAL" clId="{47260DDF-32E3-4E89-8723-026AA02DF310}" dt="2025-03-17T17:00:48.024" v="640" actId="20577"/>
      <pc:docMkLst>
        <pc:docMk/>
      </pc:docMkLst>
      <pc:sldChg chg="modSp">
        <pc:chgData name="Yammine, Chloe" userId="719ddc1a-b480-46d3-83e7-12dc8a4192f9" providerId="ADAL" clId="{47260DDF-32E3-4E89-8723-026AA02DF310}" dt="2025-03-17T15:43:36.074" v="1" actId="1582"/>
        <pc:sldMkLst>
          <pc:docMk/>
          <pc:sldMk cId="4176421410" sldId="261"/>
        </pc:sldMkLst>
        <pc:picChg chg="mod">
          <ac:chgData name="Yammine, Chloe" userId="719ddc1a-b480-46d3-83e7-12dc8a4192f9" providerId="ADAL" clId="{47260DDF-32E3-4E89-8723-026AA02DF310}" dt="2025-03-17T15:43:36.074" v="1" actId="1582"/>
          <ac:picMkLst>
            <pc:docMk/>
            <pc:sldMk cId="4176421410" sldId="261"/>
            <ac:picMk id="1028" creationId="{6409BB2C-3548-F296-DAA1-6CA229D7B183}"/>
          </ac:picMkLst>
        </pc:picChg>
      </pc:sldChg>
      <pc:sldChg chg="addSp modSp mod">
        <pc:chgData name="Yammine, Chloe" userId="719ddc1a-b480-46d3-83e7-12dc8a4192f9" providerId="ADAL" clId="{47260DDF-32E3-4E89-8723-026AA02DF310}" dt="2025-03-17T17:00:48.024" v="640" actId="20577"/>
        <pc:sldMkLst>
          <pc:docMk/>
          <pc:sldMk cId="170119377" sldId="272"/>
        </pc:sldMkLst>
        <pc:spChg chg="add mod">
          <ac:chgData name="Yammine, Chloe" userId="719ddc1a-b480-46d3-83e7-12dc8a4192f9" providerId="ADAL" clId="{47260DDF-32E3-4E89-8723-026AA02DF310}" dt="2025-03-17T17:00:48.024" v="640" actId="20577"/>
          <ac:spMkLst>
            <pc:docMk/>
            <pc:sldMk cId="170119377" sldId="272"/>
            <ac:spMk id="4" creationId="{138AD1E5-7711-FD44-EDF0-96D20CC510F4}"/>
          </ac:spMkLst>
        </pc:spChg>
      </pc:sldChg>
      <pc:sldChg chg="delSp del mod">
        <pc:chgData name="Yammine, Chloe" userId="719ddc1a-b480-46d3-83e7-12dc8a4192f9" providerId="ADAL" clId="{47260DDF-32E3-4E89-8723-026AA02DF310}" dt="2025-03-17T15:44:22.597" v="7" actId="47"/>
        <pc:sldMkLst>
          <pc:docMk/>
          <pc:sldMk cId="3816626736" sldId="274"/>
        </pc:sldMkLst>
        <pc:spChg chg="del">
          <ac:chgData name="Yammine, Chloe" userId="719ddc1a-b480-46d3-83e7-12dc8a4192f9" providerId="ADAL" clId="{47260DDF-32E3-4E89-8723-026AA02DF310}" dt="2025-03-17T15:44:08.239" v="2" actId="21"/>
          <ac:spMkLst>
            <pc:docMk/>
            <pc:sldMk cId="3816626736" sldId="274"/>
            <ac:spMk id="5" creationId="{0920FA0D-538C-1705-D272-C02EC00D00DB}"/>
          </ac:spMkLst>
        </pc:spChg>
        <pc:spChg chg="del">
          <ac:chgData name="Yammine, Chloe" userId="719ddc1a-b480-46d3-83e7-12dc8a4192f9" providerId="ADAL" clId="{47260DDF-32E3-4E89-8723-026AA02DF310}" dt="2025-03-17T15:44:08.239" v="2" actId="21"/>
          <ac:spMkLst>
            <pc:docMk/>
            <pc:sldMk cId="3816626736" sldId="274"/>
            <ac:spMk id="7" creationId="{99A5668B-0205-FC80-ABCF-C7CB01C44710}"/>
          </ac:spMkLst>
        </pc:spChg>
      </pc:sldChg>
      <pc:sldChg chg="del">
        <pc:chgData name="Yammine, Chloe" userId="719ddc1a-b480-46d3-83e7-12dc8a4192f9" providerId="ADAL" clId="{47260DDF-32E3-4E89-8723-026AA02DF310}" dt="2025-03-17T16:48:28.163" v="20" actId="47"/>
        <pc:sldMkLst>
          <pc:docMk/>
          <pc:sldMk cId="1646969224" sldId="276"/>
        </pc:sldMkLst>
      </pc:sldChg>
      <pc:sldChg chg="addSp delSp modSp add mod">
        <pc:chgData name="Yammine, Chloe" userId="719ddc1a-b480-46d3-83e7-12dc8a4192f9" providerId="ADAL" clId="{47260DDF-32E3-4E89-8723-026AA02DF310}" dt="2025-03-17T15:45:20.848" v="19" actId="14100"/>
        <pc:sldMkLst>
          <pc:docMk/>
          <pc:sldMk cId="3565528323" sldId="277"/>
        </pc:sldMkLst>
        <pc:spChg chg="add mod">
          <ac:chgData name="Yammine, Chloe" userId="719ddc1a-b480-46d3-83e7-12dc8a4192f9" providerId="ADAL" clId="{47260DDF-32E3-4E89-8723-026AA02DF310}" dt="2025-03-17T15:45:20.848" v="19" actId="14100"/>
          <ac:spMkLst>
            <pc:docMk/>
            <pc:sldMk cId="3565528323" sldId="277"/>
            <ac:spMk id="5" creationId="{0920FA0D-538C-1705-D272-C02EC00D00DB}"/>
          </ac:spMkLst>
        </pc:spChg>
        <pc:spChg chg="del">
          <ac:chgData name="Yammine, Chloe" userId="719ddc1a-b480-46d3-83e7-12dc8a4192f9" providerId="ADAL" clId="{47260DDF-32E3-4E89-8723-026AA02DF310}" dt="2025-03-17T15:44:16.979" v="4" actId="478"/>
          <ac:spMkLst>
            <pc:docMk/>
            <pc:sldMk cId="3565528323" sldId="277"/>
            <ac:spMk id="6" creationId="{CD4DBE39-ABE7-BDCF-CCD1-B2EA9E7AAECF}"/>
          </ac:spMkLst>
        </pc:spChg>
        <pc:spChg chg="add mod">
          <ac:chgData name="Yammine, Chloe" userId="719ddc1a-b480-46d3-83e7-12dc8a4192f9" providerId="ADAL" clId="{47260DDF-32E3-4E89-8723-026AA02DF310}" dt="2025-03-17T15:44:53.868" v="16" actId="1076"/>
          <ac:spMkLst>
            <pc:docMk/>
            <pc:sldMk cId="3565528323" sldId="277"/>
            <ac:spMk id="7" creationId="{99A5668B-0205-FC80-ABCF-C7CB01C44710}"/>
          </ac:spMkLst>
        </pc:spChg>
        <pc:picChg chg="del">
          <ac:chgData name="Yammine, Chloe" userId="719ddc1a-b480-46d3-83e7-12dc8a4192f9" providerId="ADAL" clId="{47260DDF-32E3-4E89-8723-026AA02DF310}" dt="2025-03-17T15:44:18.528" v="5" actId="478"/>
          <ac:picMkLst>
            <pc:docMk/>
            <pc:sldMk cId="3565528323" sldId="277"/>
            <ac:picMk id="1028" creationId="{F4AF48ED-1FA8-B028-AAB1-CDB621095B26}"/>
          </ac:picMkLst>
        </pc:picChg>
      </pc:sldChg>
    </pc:docChg>
  </pc:docChgLst>
  <pc:docChgLst>
    <pc:chgData name="Yammine, Chloe" userId="S::cy23022@essex.ac.uk::719ddc1a-b480-46d3-83e7-12dc8a4192f9" providerId="AD" clId="Web-{221CBE34-0835-1FF0-DAC6-F669D706C4B9}"/>
    <pc:docChg chg="modSld">
      <pc:chgData name="Yammine, Chloe" userId="S::cy23022@essex.ac.uk::719ddc1a-b480-46d3-83e7-12dc8a4192f9" providerId="AD" clId="Web-{221CBE34-0835-1FF0-DAC6-F669D706C4B9}" dt="2025-03-20T11:33:19.867" v="117" actId="1076"/>
      <pc:docMkLst>
        <pc:docMk/>
      </pc:docMkLst>
      <pc:sldChg chg="modSp">
        <pc:chgData name="Yammine, Chloe" userId="S::cy23022@essex.ac.uk::719ddc1a-b480-46d3-83e7-12dc8a4192f9" providerId="AD" clId="Web-{221CBE34-0835-1FF0-DAC6-F669D706C4B9}" dt="2025-03-20T11:33:19.867" v="117" actId="1076"/>
        <pc:sldMkLst>
          <pc:docMk/>
          <pc:sldMk cId="2813149882" sldId="283"/>
        </pc:sldMkLst>
        <pc:spChg chg="mod">
          <ac:chgData name="Yammine, Chloe" userId="S::cy23022@essex.ac.uk::719ddc1a-b480-46d3-83e7-12dc8a4192f9" providerId="AD" clId="Web-{221CBE34-0835-1FF0-DAC6-F669D706C4B9}" dt="2025-03-20T11:19:30.621" v="116" actId="20577"/>
          <ac:spMkLst>
            <pc:docMk/>
            <pc:sldMk cId="2813149882" sldId="283"/>
            <ac:spMk id="3" creationId="{2F79D063-C765-B4EE-83EE-DCEACCFC785A}"/>
          </ac:spMkLst>
        </pc:spChg>
        <pc:picChg chg="mod">
          <ac:chgData name="Yammine, Chloe" userId="S::cy23022@essex.ac.uk::719ddc1a-b480-46d3-83e7-12dc8a4192f9" providerId="AD" clId="Web-{221CBE34-0835-1FF0-DAC6-F669D706C4B9}" dt="2025-03-20T11:33:19.867" v="117" actId="1076"/>
          <ac:picMkLst>
            <pc:docMk/>
            <pc:sldMk cId="2813149882" sldId="283"/>
            <ac:picMk id="7" creationId="{BD9A4CD3-7FD3-A46D-0871-959B203751C2}"/>
          </ac:picMkLst>
        </pc:picChg>
      </pc:sldChg>
    </pc:docChg>
  </pc:docChgLst>
  <pc:docChgLst>
    <pc:chgData name="Mohammed, Sarfaraz T" userId="S::sm23741@essex.ac.uk::3944c208-6551-40f1-9fc4-31c4d38e59e2" providerId="AD" clId="Web-{123B706D-A211-63EB-5661-72B16184D8E8}"/>
    <pc:docChg chg="modSld">
      <pc:chgData name="Mohammed, Sarfaraz T" userId="S::sm23741@essex.ac.uk::3944c208-6551-40f1-9fc4-31c4d38e59e2" providerId="AD" clId="Web-{123B706D-A211-63EB-5661-72B16184D8E8}" dt="2025-03-20T11:33:08.515" v="538" actId="20577"/>
      <pc:docMkLst>
        <pc:docMk/>
      </pc:docMkLst>
      <pc:sldChg chg="modSp">
        <pc:chgData name="Mohammed, Sarfaraz T" userId="S::sm23741@essex.ac.uk::3944c208-6551-40f1-9fc4-31c4d38e59e2" providerId="AD" clId="Web-{123B706D-A211-63EB-5661-72B16184D8E8}" dt="2025-03-20T11:24:01.545" v="522" actId="20577"/>
        <pc:sldMkLst>
          <pc:docMk/>
          <pc:sldMk cId="0" sldId="258"/>
        </pc:sldMkLst>
        <pc:spChg chg="mod">
          <ac:chgData name="Mohammed, Sarfaraz T" userId="S::sm23741@essex.ac.uk::3944c208-6551-40f1-9fc4-31c4d38e59e2" providerId="AD" clId="Web-{123B706D-A211-63EB-5661-72B16184D8E8}" dt="2025-03-20T11:22:39.415" v="372" actId="20577"/>
          <ac:spMkLst>
            <pc:docMk/>
            <pc:sldMk cId="0" sldId="258"/>
            <ac:spMk id="4" creationId="{00000000-0000-0000-0000-000000000000}"/>
          </ac:spMkLst>
        </pc:spChg>
        <pc:spChg chg="mod">
          <ac:chgData name="Mohammed, Sarfaraz T" userId="S::sm23741@essex.ac.uk::3944c208-6551-40f1-9fc4-31c4d38e59e2" providerId="AD" clId="Web-{123B706D-A211-63EB-5661-72B16184D8E8}" dt="2025-03-20T11:24:01.545" v="522" actId="20577"/>
          <ac:spMkLst>
            <pc:docMk/>
            <pc:sldMk cId="0" sldId="258"/>
            <ac:spMk id="7" creationId="{CCC755AC-A825-91C2-5B0D-9696FD510EB0}"/>
          </ac:spMkLst>
        </pc:spChg>
      </pc:sldChg>
      <pc:sldChg chg="addSp modSp">
        <pc:chgData name="Mohammed, Sarfaraz T" userId="S::sm23741@essex.ac.uk::3944c208-6551-40f1-9fc4-31c4d38e59e2" providerId="AD" clId="Web-{123B706D-A211-63EB-5661-72B16184D8E8}" dt="2025-03-20T11:33:08.515" v="538" actId="20577"/>
        <pc:sldMkLst>
          <pc:docMk/>
          <pc:sldMk cId="1660950128" sldId="268"/>
        </pc:sldMkLst>
        <pc:spChg chg="mod">
          <ac:chgData name="Mohammed, Sarfaraz T" userId="S::sm23741@essex.ac.uk::3944c208-6551-40f1-9fc4-31c4d38e59e2" providerId="AD" clId="Web-{123B706D-A211-63EB-5661-72B16184D8E8}" dt="2025-03-20T11:26:50.289" v="532" actId="1076"/>
          <ac:spMkLst>
            <pc:docMk/>
            <pc:sldMk cId="1660950128" sldId="268"/>
            <ac:spMk id="4" creationId="{5294BC8E-BF58-B868-6F4D-C08A382CDEC5}"/>
          </ac:spMkLst>
        </pc:spChg>
        <pc:spChg chg="add mod">
          <ac:chgData name="Mohammed, Sarfaraz T" userId="S::sm23741@essex.ac.uk::3944c208-6551-40f1-9fc4-31c4d38e59e2" providerId="AD" clId="Web-{123B706D-A211-63EB-5661-72B16184D8E8}" dt="2025-03-20T11:33:08.515" v="538" actId="20577"/>
          <ac:spMkLst>
            <pc:docMk/>
            <pc:sldMk cId="1660950128" sldId="268"/>
            <ac:spMk id="5" creationId="{5F8B2177-7DB4-904C-E525-87373530A6F9}"/>
          </ac:spMkLst>
        </pc:spChg>
      </pc:sldChg>
      <pc:sldChg chg="modSp">
        <pc:chgData name="Mohammed, Sarfaraz T" userId="S::sm23741@essex.ac.uk::3944c208-6551-40f1-9fc4-31c4d38e59e2" providerId="AD" clId="Web-{123B706D-A211-63EB-5661-72B16184D8E8}" dt="2025-03-20T11:18:27.057" v="221" actId="20577"/>
        <pc:sldMkLst>
          <pc:docMk/>
          <pc:sldMk cId="136365447" sldId="281"/>
        </pc:sldMkLst>
        <pc:spChg chg="mod">
          <ac:chgData name="Mohammed, Sarfaraz T" userId="S::sm23741@essex.ac.uk::3944c208-6551-40f1-9fc4-31c4d38e59e2" providerId="AD" clId="Web-{123B706D-A211-63EB-5661-72B16184D8E8}" dt="2025-03-20T11:18:27.057" v="221" actId="20577"/>
          <ac:spMkLst>
            <pc:docMk/>
            <pc:sldMk cId="136365447" sldId="281"/>
            <ac:spMk id="3" creationId="{9CD5C47B-BE03-D27A-3886-913AE90FD0A3}"/>
          </ac:spMkLst>
        </pc:spChg>
      </pc:sldChg>
    </pc:docChg>
  </pc:docChgLst>
  <pc:docChgLst>
    <pc:chgData name="Yammine, Chloe" userId="719ddc1a-b480-46d3-83e7-12dc8a4192f9" providerId="ADAL" clId="{D4A38EEC-6015-4BCC-AC45-A2CDBFA1B0AA}"/>
    <pc:docChg chg="undo custSel addSld delSld modSld">
      <pc:chgData name="Yammine, Chloe" userId="719ddc1a-b480-46d3-83e7-12dc8a4192f9" providerId="ADAL" clId="{D4A38EEC-6015-4BCC-AC45-A2CDBFA1B0AA}" dt="2025-03-20T11:44:22.351" v="970" actId="680"/>
      <pc:docMkLst>
        <pc:docMk/>
      </pc:docMkLst>
      <pc:sldChg chg="addSp delSp modSp mod">
        <pc:chgData name="Yammine, Chloe" userId="719ddc1a-b480-46d3-83e7-12dc8a4192f9" providerId="ADAL" clId="{D4A38EEC-6015-4BCC-AC45-A2CDBFA1B0AA}" dt="2025-03-20T11:32:29.094" v="952" actId="20577"/>
        <pc:sldMkLst>
          <pc:docMk/>
          <pc:sldMk cId="4048253994" sldId="269"/>
        </pc:sldMkLst>
        <pc:spChg chg="del mod">
          <ac:chgData name="Yammine, Chloe" userId="719ddc1a-b480-46d3-83e7-12dc8a4192f9" providerId="ADAL" clId="{D4A38EEC-6015-4BCC-AC45-A2CDBFA1B0AA}" dt="2025-03-20T11:32:03.565" v="940" actId="478"/>
          <ac:spMkLst>
            <pc:docMk/>
            <pc:sldMk cId="4048253994" sldId="269"/>
            <ac:spMk id="3" creationId="{5A8C356B-EA3F-194E-23AA-601849D9D792}"/>
          </ac:spMkLst>
        </pc:spChg>
        <pc:spChg chg="mod">
          <ac:chgData name="Yammine, Chloe" userId="719ddc1a-b480-46d3-83e7-12dc8a4192f9" providerId="ADAL" clId="{D4A38EEC-6015-4BCC-AC45-A2CDBFA1B0AA}" dt="2025-03-20T11:32:29.094" v="952" actId="20577"/>
          <ac:spMkLst>
            <pc:docMk/>
            <pc:sldMk cId="4048253994" sldId="269"/>
            <ac:spMk id="4" creationId="{44A01768-D554-70F9-0FFA-4556FB92F454}"/>
          </ac:spMkLst>
        </pc:spChg>
        <pc:spChg chg="add del mod">
          <ac:chgData name="Yammine, Chloe" userId="719ddc1a-b480-46d3-83e7-12dc8a4192f9" providerId="ADAL" clId="{D4A38EEC-6015-4BCC-AC45-A2CDBFA1B0AA}" dt="2025-03-20T11:32:23.177" v="944"/>
          <ac:spMkLst>
            <pc:docMk/>
            <pc:sldMk cId="4048253994" sldId="269"/>
            <ac:spMk id="5" creationId="{AB524FA0-05AC-AA28-5758-F5BCD8F36000}"/>
          </ac:spMkLst>
        </pc:spChg>
        <pc:spChg chg="add del mod">
          <ac:chgData name="Yammine, Chloe" userId="719ddc1a-b480-46d3-83e7-12dc8a4192f9" providerId="ADAL" clId="{D4A38EEC-6015-4BCC-AC45-A2CDBFA1B0AA}" dt="2025-03-20T11:32:06.894" v="941" actId="478"/>
          <ac:spMkLst>
            <pc:docMk/>
            <pc:sldMk cId="4048253994" sldId="269"/>
            <ac:spMk id="7" creationId="{09717989-F8C4-DFDF-30D9-690C15EA7BBC}"/>
          </ac:spMkLst>
        </pc:spChg>
      </pc:sldChg>
      <pc:sldChg chg="del">
        <pc:chgData name="Yammine, Chloe" userId="719ddc1a-b480-46d3-83e7-12dc8a4192f9" providerId="ADAL" clId="{D4A38EEC-6015-4BCC-AC45-A2CDBFA1B0AA}" dt="2025-03-20T11:26:01.876" v="473" actId="47"/>
        <pc:sldMkLst>
          <pc:docMk/>
          <pc:sldMk cId="170119377" sldId="272"/>
        </pc:sldMkLst>
      </pc:sldChg>
      <pc:sldChg chg="modSp mod">
        <pc:chgData name="Yammine, Chloe" userId="719ddc1a-b480-46d3-83e7-12dc8a4192f9" providerId="ADAL" clId="{D4A38EEC-6015-4BCC-AC45-A2CDBFA1B0AA}" dt="2025-03-20T11:13:47.576" v="1" actId="108"/>
        <pc:sldMkLst>
          <pc:docMk/>
          <pc:sldMk cId="3261655105" sldId="279"/>
        </pc:sldMkLst>
        <pc:spChg chg="mod">
          <ac:chgData name="Yammine, Chloe" userId="719ddc1a-b480-46d3-83e7-12dc8a4192f9" providerId="ADAL" clId="{D4A38EEC-6015-4BCC-AC45-A2CDBFA1B0AA}" dt="2025-03-20T11:13:47.576" v="1" actId="108"/>
          <ac:spMkLst>
            <pc:docMk/>
            <pc:sldMk cId="3261655105" sldId="279"/>
            <ac:spMk id="3" creationId="{E13E0B06-01FC-92DE-4196-4F33479F6C9A}"/>
          </ac:spMkLst>
        </pc:spChg>
      </pc:sldChg>
      <pc:sldChg chg="modSp mod">
        <pc:chgData name="Yammine, Chloe" userId="719ddc1a-b480-46d3-83e7-12dc8a4192f9" providerId="ADAL" clId="{D4A38EEC-6015-4BCC-AC45-A2CDBFA1B0AA}" dt="2025-03-20T11:29:13.646" v="822" actId="20577"/>
        <pc:sldMkLst>
          <pc:docMk/>
          <pc:sldMk cId="3460223371" sldId="280"/>
        </pc:sldMkLst>
        <pc:spChg chg="mod">
          <ac:chgData name="Yammine, Chloe" userId="719ddc1a-b480-46d3-83e7-12dc8a4192f9" providerId="ADAL" clId="{D4A38EEC-6015-4BCC-AC45-A2CDBFA1B0AA}" dt="2025-03-20T11:29:13.646" v="822" actId="20577"/>
          <ac:spMkLst>
            <pc:docMk/>
            <pc:sldMk cId="3460223371" sldId="280"/>
            <ac:spMk id="3" creationId="{D1079B16-EEE5-023C-04D5-964BD4A9C801}"/>
          </ac:spMkLst>
        </pc:spChg>
      </pc:sldChg>
      <pc:sldChg chg="modSp mod">
        <pc:chgData name="Yammine, Chloe" userId="719ddc1a-b480-46d3-83e7-12dc8a4192f9" providerId="ADAL" clId="{D4A38EEC-6015-4BCC-AC45-A2CDBFA1B0AA}" dt="2025-03-20T11:34:57.233" v="958" actId="20577"/>
        <pc:sldMkLst>
          <pc:docMk/>
          <pc:sldMk cId="136365447" sldId="281"/>
        </pc:sldMkLst>
        <pc:spChg chg="mod">
          <ac:chgData name="Yammine, Chloe" userId="719ddc1a-b480-46d3-83e7-12dc8a4192f9" providerId="ADAL" clId="{D4A38EEC-6015-4BCC-AC45-A2CDBFA1B0AA}" dt="2025-03-20T11:34:57.233" v="958" actId="20577"/>
          <ac:spMkLst>
            <pc:docMk/>
            <pc:sldMk cId="136365447" sldId="281"/>
            <ac:spMk id="3" creationId="{9CD5C47B-BE03-D27A-3886-913AE90FD0A3}"/>
          </ac:spMkLst>
        </pc:spChg>
      </pc:sldChg>
      <pc:sldChg chg="addSp delSp modSp mod">
        <pc:chgData name="Yammine, Chloe" userId="719ddc1a-b480-46d3-83e7-12dc8a4192f9" providerId="ADAL" clId="{D4A38EEC-6015-4BCC-AC45-A2CDBFA1B0AA}" dt="2025-03-20T11:37:50.094" v="968" actId="20577"/>
        <pc:sldMkLst>
          <pc:docMk/>
          <pc:sldMk cId="2813149882" sldId="283"/>
        </pc:sldMkLst>
        <pc:spChg chg="add del mod">
          <ac:chgData name="Yammine, Chloe" userId="719ddc1a-b480-46d3-83e7-12dc8a4192f9" providerId="ADAL" clId="{D4A38EEC-6015-4BCC-AC45-A2CDBFA1B0AA}" dt="2025-03-20T11:37:50.094" v="968" actId="20577"/>
          <ac:spMkLst>
            <pc:docMk/>
            <pc:sldMk cId="2813149882" sldId="283"/>
            <ac:spMk id="3" creationId="{2F79D063-C765-B4EE-83EE-DCEACCFC785A}"/>
          </ac:spMkLst>
        </pc:spChg>
        <pc:spChg chg="add del">
          <ac:chgData name="Yammine, Chloe" userId="719ddc1a-b480-46d3-83e7-12dc8a4192f9" providerId="ADAL" clId="{D4A38EEC-6015-4BCC-AC45-A2CDBFA1B0AA}" dt="2025-03-20T11:19:51.605" v="41" actId="478"/>
          <ac:spMkLst>
            <pc:docMk/>
            <pc:sldMk cId="2813149882" sldId="283"/>
            <ac:spMk id="4" creationId="{BDEFBC9D-EFFD-4FDB-CCB7-A56ED98248CE}"/>
          </ac:spMkLst>
        </pc:spChg>
        <pc:spChg chg="add mod">
          <ac:chgData name="Yammine, Chloe" userId="719ddc1a-b480-46d3-83e7-12dc8a4192f9" providerId="ADAL" clId="{D4A38EEC-6015-4BCC-AC45-A2CDBFA1B0AA}" dt="2025-03-20T11:19:49.259" v="40" actId="478"/>
          <ac:spMkLst>
            <pc:docMk/>
            <pc:sldMk cId="2813149882" sldId="283"/>
            <ac:spMk id="5" creationId="{B0770F9A-D559-E33C-6A4E-61946D893C8F}"/>
          </ac:spMkLst>
        </pc:spChg>
        <pc:picChg chg="add mod">
          <ac:chgData name="Yammine, Chloe" userId="719ddc1a-b480-46d3-83e7-12dc8a4192f9" providerId="ADAL" clId="{D4A38EEC-6015-4BCC-AC45-A2CDBFA1B0AA}" dt="2025-03-20T11:21:12.596" v="103" actId="1076"/>
          <ac:picMkLst>
            <pc:docMk/>
            <pc:sldMk cId="2813149882" sldId="283"/>
            <ac:picMk id="7" creationId="{BD9A4CD3-7FD3-A46D-0871-959B203751C2}"/>
          </ac:picMkLst>
        </pc:picChg>
        <pc:picChg chg="add mod">
          <ac:chgData name="Yammine, Chloe" userId="719ddc1a-b480-46d3-83e7-12dc8a4192f9" providerId="ADAL" clId="{D4A38EEC-6015-4BCC-AC45-A2CDBFA1B0AA}" dt="2025-03-20T11:37:22.286" v="961" actId="1076"/>
          <ac:picMkLst>
            <pc:docMk/>
            <pc:sldMk cId="2813149882" sldId="283"/>
            <ac:picMk id="9" creationId="{172EB11A-5060-4825-CE3E-532338CE4BEB}"/>
          </ac:picMkLst>
        </pc:picChg>
      </pc:sldChg>
      <pc:sldChg chg="addSp delSp modSp del mod">
        <pc:chgData name="Yammine, Chloe" userId="719ddc1a-b480-46d3-83e7-12dc8a4192f9" providerId="ADAL" clId="{D4A38EEC-6015-4BCC-AC45-A2CDBFA1B0AA}" dt="2025-03-20T11:31:44.977" v="936" actId="2696"/>
        <pc:sldMkLst>
          <pc:docMk/>
          <pc:sldMk cId="1415773085" sldId="285"/>
        </pc:sldMkLst>
        <pc:spChg chg="mod">
          <ac:chgData name="Yammine, Chloe" userId="719ddc1a-b480-46d3-83e7-12dc8a4192f9" providerId="ADAL" clId="{D4A38EEC-6015-4BCC-AC45-A2CDBFA1B0AA}" dt="2025-03-20T11:29:30.209" v="854" actId="20577"/>
          <ac:spMkLst>
            <pc:docMk/>
            <pc:sldMk cId="1415773085" sldId="285"/>
            <ac:spMk id="2" creationId="{1B46FCBF-343D-3554-C51E-8106600DD26F}"/>
          </ac:spMkLst>
        </pc:spChg>
        <pc:spChg chg="del">
          <ac:chgData name="Yammine, Chloe" userId="719ddc1a-b480-46d3-83e7-12dc8a4192f9" providerId="ADAL" clId="{D4A38EEC-6015-4BCC-AC45-A2CDBFA1B0AA}" dt="2025-03-20T11:30:01.341" v="864" actId="478"/>
          <ac:spMkLst>
            <pc:docMk/>
            <pc:sldMk cId="1415773085" sldId="285"/>
            <ac:spMk id="3" creationId="{F760B788-BAAC-F989-7998-4CD998E5557E}"/>
          </ac:spMkLst>
        </pc:spChg>
        <pc:spChg chg="add mod">
          <ac:chgData name="Yammine, Chloe" userId="719ddc1a-b480-46d3-83e7-12dc8a4192f9" providerId="ADAL" clId="{D4A38EEC-6015-4BCC-AC45-A2CDBFA1B0AA}" dt="2025-03-20T11:31:19.022" v="932" actId="20577"/>
          <ac:spMkLst>
            <pc:docMk/>
            <pc:sldMk cId="1415773085" sldId="285"/>
            <ac:spMk id="4" creationId="{129B1E2A-67A2-95D4-A819-7D341E589327}"/>
          </ac:spMkLst>
        </pc:spChg>
      </pc:sldChg>
      <pc:sldChg chg="new del">
        <pc:chgData name="Yammine, Chloe" userId="719ddc1a-b480-46d3-83e7-12dc8a4192f9" providerId="ADAL" clId="{D4A38EEC-6015-4BCC-AC45-A2CDBFA1B0AA}" dt="2025-03-20T11:44:22.351" v="970" actId="680"/>
        <pc:sldMkLst>
          <pc:docMk/>
          <pc:sldMk cId="3583728013" sldId="285"/>
        </pc:sldMkLst>
      </pc:sldChg>
    </pc:docChg>
  </pc:docChgLst>
  <pc:docChgLst>
    <pc:chgData name="Tovell, Leo" userId="S::lt23036@essex.ac.uk::70409c28-f766-433e-aea3-db3e82c7e5bc" providerId="AD" clId="Web-{23E098B7-2C44-3248-286C-BDB458EFD8D2}"/>
    <pc:docChg chg="addSld modSld">
      <pc:chgData name="Tovell, Leo" userId="S::lt23036@essex.ac.uk::70409c28-f766-433e-aea3-db3e82c7e5bc" providerId="AD" clId="Web-{23E098B7-2C44-3248-286C-BDB458EFD8D2}" dt="2025-03-20T11:30:19.132" v="389" actId="20577"/>
      <pc:docMkLst>
        <pc:docMk/>
      </pc:docMkLst>
      <pc:sldChg chg="modSp">
        <pc:chgData name="Tovell, Leo" userId="S::lt23036@essex.ac.uk::70409c28-f766-433e-aea3-db3e82c7e5bc" providerId="AD" clId="Web-{23E098B7-2C44-3248-286C-BDB458EFD8D2}" dt="2025-03-20T11:30:19.132" v="389" actId="20577"/>
        <pc:sldMkLst>
          <pc:docMk/>
          <pc:sldMk cId="2204906259" sldId="282"/>
        </pc:sldMkLst>
        <pc:spChg chg="mod">
          <ac:chgData name="Tovell, Leo" userId="S::lt23036@essex.ac.uk::70409c28-f766-433e-aea3-db3e82c7e5bc" providerId="AD" clId="Web-{23E098B7-2C44-3248-286C-BDB458EFD8D2}" dt="2025-03-20T11:30:19.132" v="389" actId="20577"/>
          <ac:spMkLst>
            <pc:docMk/>
            <pc:sldMk cId="2204906259" sldId="282"/>
            <ac:spMk id="3" creationId="{FB59BD34-00C1-3276-8A42-05BF1C9ABA19}"/>
          </ac:spMkLst>
        </pc:spChg>
      </pc:sldChg>
      <pc:sldChg chg="modSp">
        <pc:chgData name="Tovell, Leo" userId="S::lt23036@essex.ac.uk::70409c28-f766-433e-aea3-db3e82c7e5bc" providerId="AD" clId="Web-{23E098B7-2C44-3248-286C-BDB458EFD8D2}" dt="2025-03-20T11:28:26.052" v="375" actId="20577"/>
        <pc:sldMkLst>
          <pc:docMk/>
          <pc:sldMk cId="3128512066" sldId="284"/>
        </pc:sldMkLst>
        <pc:spChg chg="mod">
          <ac:chgData name="Tovell, Leo" userId="S::lt23036@essex.ac.uk::70409c28-f766-433e-aea3-db3e82c7e5bc" providerId="AD" clId="Web-{23E098B7-2C44-3248-286C-BDB458EFD8D2}" dt="2025-03-20T11:27:09.409" v="339" actId="20577"/>
          <ac:spMkLst>
            <pc:docMk/>
            <pc:sldMk cId="3128512066" sldId="284"/>
            <ac:spMk id="2" creationId="{412853DC-744B-5261-B442-44482CF338CB}"/>
          </ac:spMkLst>
        </pc:spChg>
        <pc:spChg chg="mod">
          <ac:chgData name="Tovell, Leo" userId="S::lt23036@essex.ac.uk::70409c28-f766-433e-aea3-db3e82c7e5bc" providerId="AD" clId="Web-{23E098B7-2C44-3248-286C-BDB458EFD8D2}" dt="2025-03-20T11:28:26.052" v="375" actId="20577"/>
          <ac:spMkLst>
            <pc:docMk/>
            <pc:sldMk cId="3128512066" sldId="284"/>
            <ac:spMk id="3" creationId="{8FCDE0A6-FC29-E71C-D272-9AF890A1BA8D}"/>
          </ac:spMkLst>
        </pc:spChg>
      </pc:sldChg>
      <pc:sldChg chg="new">
        <pc:chgData name="Tovell, Leo" userId="S::lt23036@essex.ac.uk::70409c28-f766-433e-aea3-db3e82c7e5bc" providerId="AD" clId="Web-{23E098B7-2C44-3248-286C-BDB458EFD8D2}" dt="2025-03-20T11:26:11.580" v="335"/>
        <pc:sldMkLst>
          <pc:docMk/>
          <pc:sldMk cId="1415773085" sldId="285"/>
        </pc:sldMkLst>
      </pc:sldChg>
    </pc:docChg>
  </pc:docChgLst>
  <pc:docChgLst>
    <pc:chgData name="Tovell, Leo" userId="S::lt23036@essex.ac.uk::70409c28-f766-433e-aea3-db3e82c7e5bc" providerId="AD" clId="Web-{EDF9EF43-6D02-A239-8167-57F3A781BBBD}"/>
    <pc:docChg chg="modSld">
      <pc:chgData name="Tovell, Leo" userId="S::lt23036@essex.ac.uk::70409c28-f766-433e-aea3-db3e82c7e5bc" providerId="AD" clId="Web-{EDF9EF43-6D02-A239-8167-57F3A781BBBD}" dt="2025-03-20T10:37:30.054" v="136" actId="20577"/>
      <pc:docMkLst>
        <pc:docMk/>
      </pc:docMkLst>
      <pc:sldChg chg="modSp">
        <pc:chgData name="Tovell, Leo" userId="S::lt23036@essex.ac.uk::70409c28-f766-433e-aea3-db3e82c7e5bc" providerId="AD" clId="Web-{EDF9EF43-6D02-A239-8167-57F3A781BBBD}" dt="2025-03-20T10:37:30.054" v="136" actId="20577"/>
        <pc:sldMkLst>
          <pc:docMk/>
          <pc:sldMk cId="3261655105" sldId="279"/>
        </pc:sldMkLst>
        <pc:spChg chg="mod">
          <ac:chgData name="Tovell, Leo" userId="S::lt23036@essex.ac.uk::70409c28-f766-433e-aea3-db3e82c7e5bc" providerId="AD" clId="Web-{EDF9EF43-6D02-A239-8167-57F3A781BBBD}" dt="2025-03-20T10:37:30.054" v="136" actId="20577"/>
          <ac:spMkLst>
            <pc:docMk/>
            <pc:sldMk cId="3261655105" sldId="279"/>
            <ac:spMk id="3" creationId="{E13E0B06-01FC-92DE-4196-4F33479F6C9A}"/>
          </ac:spMkLst>
        </pc:spChg>
      </pc:sldChg>
    </pc:docChg>
  </pc:docChgLst>
  <pc:docChgLst>
    <pc:chgData name="Kucuktopana, Cayan D" userId="S::ck23382@essex.ac.uk::b88fadd9-9c02-4baf-8608-2e3bef61d9de" providerId="AD" clId="Web-{4979C953-2DCE-20F6-F631-7D00FCE20EB8}"/>
    <pc:docChg chg="modSld">
      <pc:chgData name="Kucuktopana, Cayan D" userId="S::ck23382@essex.ac.uk::b88fadd9-9c02-4baf-8608-2e3bef61d9de" providerId="AD" clId="Web-{4979C953-2DCE-20F6-F631-7D00FCE20EB8}" dt="2025-03-19T23:11:07.757" v="0" actId="20577"/>
      <pc:docMkLst>
        <pc:docMk/>
      </pc:docMkLst>
      <pc:sldChg chg="modSp">
        <pc:chgData name="Kucuktopana, Cayan D" userId="S::ck23382@essex.ac.uk::b88fadd9-9c02-4baf-8608-2e3bef61d9de" providerId="AD" clId="Web-{4979C953-2DCE-20F6-F631-7D00FCE20EB8}" dt="2025-03-19T23:11:07.757" v="0" actId="20577"/>
        <pc:sldMkLst>
          <pc:docMk/>
          <pc:sldMk cId="170119377" sldId="272"/>
        </pc:sldMkLst>
        <pc:spChg chg="mod">
          <ac:chgData name="Kucuktopana, Cayan D" userId="S::ck23382@essex.ac.uk::b88fadd9-9c02-4baf-8608-2e3bef61d9de" providerId="AD" clId="Web-{4979C953-2DCE-20F6-F631-7D00FCE20EB8}" dt="2025-03-19T23:11:07.757" v="0" actId="20577"/>
          <ac:spMkLst>
            <pc:docMk/>
            <pc:sldMk cId="170119377" sldId="272"/>
            <ac:spMk id="4" creationId="{138AD1E5-7711-FD44-EDF0-96D20CC510F4}"/>
          </ac:spMkLst>
        </pc:spChg>
      </pc:sldChg>
    </pc:docChg>
  </pc:docChgLst>
  <pc:docChgLst>
    <pc:chgData name="Kucuktopana, Cayan D" userId="S::ck23382@essex.ac.uk::b88fadd9-9c02-4baf-8608-2e3bef61d9de" providerId="AD" clId="Web-{A9135615-B474-45E7-2A0B-0B2674A3AA08}"/>
    <pc:docChg chg="modSld">
      <pc:chgData name="Kucuktopana, Cayan D" userId="S::ck23382@essex.ac.uk::b88fadd9-9c02-4baf-8608-2e3bef61d9de" providerId="AD" clId="Web-{A9135615-B474-45E7-2A0B-0B2674A3AA08}" dt="2025-03-19T23:05:57.130" v="11" actId="20577"/>
      <pc:docMkLst>
        <pc:docMk/>
      </pc:docMkLst>
      <pc:sldChg chg="modSp">
        <pc:chgData name="Kucuktopana, Cayan D" userId="S::ck23382@essex.ac.uk::b88fadd9-9c02-4baf-8608-2e3bef61d9de" providerId="AD" clId="Web-{A9135615-B474-45E7-2A0B-0B2674A3AA08}" dt="2025-03-19T23:05:57.130" v="11" actId="20577"/>
        <pc:sldMkLst>
          <pc:docMk/>
          <pc:sldMk cId="0" sldId="258"/>
        </pc:sldMkLst>
        <pc:spChg chg="mod">
          <ac:chgData name="Kucuktopana, Cayan D" userId="S::ck23382@essex.ac.uk::b88fadd9-9c02-4baf-8608-2e3bef61d9de" providerId="AD" clId="Web-{A9135615-B474-45E7-2A0B-0B2674A3AA08}" dt="2025-03-19T23:05:57.130" v="11" actId="20577"/>
          <ac:spMkLst>
            <pc:docMk/>
            <pc:sldMk cId="0" sldId="258"/>
            <ac:spMk id="7" creationId="{CCC755AC-A825-91C2-5B0D-9696FD510EB0}"/>
          </ac:spMkLst>
        </pc:spChg>
      </pc:sldChg>
      <pc:sldChg chg="modSp">
        <pc:chgData name="Kucuktopana, Cayan D" userId="S::ck23382@essex.ac.uk::b88fadd9-9c02-4baf-8608-2e3bef61d9de" providerId="AD" clId="Web-{A9135615-B474-45E7-2A0B-0B2674A3AA08}" dt="2025-03-19T23:04:33.141" v="9" actId="20577"/>
        <pc:sldMkLst>
          <pc:docMk/>
          <pc:sldMk cId="170119377" sldId="272"/>
        </pc:sldMkLst>
        <pc:spChg chg="mod">
          <ac:chgData name="Kucuktopana, Cayan D" userId="S::ck23382@essex.ac.uk::b88fadd9-9c02-4baf-8608-2e3bef61d9de" providerId="AD" clId="Web-{A9135615-B474-45E7-2A0B-0B2674A3AA08}" dt="2025-03-19T23:04:33.141" v="9" actId="20577"/>
          <ac:spMkLst>
            <pc:docMk/>
            <pc:sldMk cId="170119377" sldId="272"/>
            <ac:spMk id="4" creationId="{138AD1E5-7711-FD44-EDF0-96D20CC510F4}"/>
          </ac:spMkLst>
        </pc:spChg>
      </pc:sldChg>
    </pc:docChg>
  </pc:docChgLst>
  <pc:docChgLst>
    <pc:chgData name="Tovell, Leo" userId="S::lt23036@essex.ac.uk::70409c28-f766-433e-aea3-db3e82c7e5bc" providerId="AD" clId="Web-{17A0DB57-E944-00AC-A793-26838E9CE768}"/>
    <pc:docChg chg="addSld modSld">
      <pc:chgData name="Tovell, Leo" userId="S::lt23036@essex.ac.uk::70409c28-f766-433e-aea3-db3e82c7e5bc" providerId="AD" clId="Web-{17A0DB57-E944-00AC-A793-26838E9CE768}" dt="2025-03-20T10:32:30.793" v="164" actId="20577"/>
      <pc:docMkLst>
        <pc:docMk/>
      </pc:docMkLst>
      <pc:sldChg chg="modSp">
        <pc:chgData name="Tovell, Leo" userId="S::lt23036@essex.ac.uk::70409c28-f766-433e-aea3-db3e82c7e5bc" providerId="AD" clId="Web-{17A0DB57-E944-00AC-A793-26838E9CE768}" dt="2025-03-20T10:28:50.686" v="26" actId="20577"/>
        <pc:sldMkLst>
          <pc:docMk/>
          <pc:sldMk cId="1594947652" sldId="267"/>
        </pc:sldMkLst>
        <pc:spChg chg="mod">
          <ac:chgData name="Tovell, Leo" userId="S::lt23036@essex.ac.uk::70409c28-f766-433e-aea3-db3e82c7e5bc" providerId="AD" clId="Web-{17A0DB57-E944-00AC-A793-26838E9CE768}" dt="2025-03-20T10:28:50.686" v="26" actId="20577"/>
          <ac:spMkLst>
            <pc:docMk/>
            <pc:sldMk cId="1594947652" sldId="267"/>
            <ac:spMk id="2" creationId="{BDE38877-CE83-E444-EC58-588836BFAC3F}"/>
          </ac:spMkLst>
        </pc:spChg>
      </pc:sldChg>
      <pc:sldChg chg="modSp">
        <pc:chgData name="Tovell, Leo" userId="S::lt23036@essex.ac.uk::70409c28-f766-433e-aea3-db3e82c7e5bc" providerId="AD" clId="Web-{17A0DB57-E944-00AC-A793-26838E9CE768}" dt="2025-03-20T10:25:55.488" v="3" actId="20577"/>
        <pc:sldMkLst>
          <pc:docMk/>
          <pc:sldMk cId="170119377" sldId="272"/>
        </pc:sldMkLst>
        <pc:spChg chg="mod">
          <ac:chgData name="Tovell, Leo" userId="S::lt23036@essex.ac.uk::70409c28-f766-433e-aea3-db3e82c7e5bc" providerId="AD" clId="Web-{17A0DB57-E944-00AC-A793-26838E9CE768}" dt="2025-03-20T10:25:55.488" v="3" actId="20577"/>
          <ac:spMkLst>
            <pc:docMk/>
            <pc:sldMk cId="170119377" sldId="272"/>
            <ac:spMk id="4" creationId="{138AD1E5-7711-FD44-EDF0-96D20CC510F4}"/>
          </ac:spMkLst>
        </pc:spChg>
      </pc:sldChg>
      <pc:sldChg chg="modSp">
        <pc:chgData name="Tovell, Leo" userId="S::lt23036@essex.ac.uk::70409c28-f766-433e-aea3-db3e82c7e5bc" providerId="AD" clId="Web-{17A0DB57-E944-00AC-A793-26838E9CE768}" dt="2025-03-20T10:26:05.738" v="14" actId="20577"/>
        <pc:sldMkLst>
          <pc:docMk/>
          <pc:sldMk cId="3565528323" sldId="277"/>
        </pc:sldMkLst>
        <pc:spChg chg="mod">
          <ac:chgData name="Tovell, Leo" userId="S::lt23036@essex.ac.uk::70409c28-f766-433e-aea3-db3e82c7e5bc" providerId="AD" clId="Web-{17A0DB57-E944-00AC-A793-26838E9CE768}" dt="2025-03-20T10:26:05.738" v="14" actId="20577"/>
          <ac:spMkLst>
            <pc:docMk/>
            <pc:sldMk cId="3565528323" sldId="277"/>
            <ac:spMk id="7" creationId="{99A5668B-0205-FC80-ABCF-C7CB01C44710}"/>
          </ac:spMkLst>
        </pc:spChg>
      </pc:sldChg>
      <pc:sldChg chg="add replId">
        <pc:chgData name="Tovell, Leo" userId="S::lt23036@essex.ac.uk::70409c28-f766-433e-aea3-db3e82c7e5bc" providerId="AD" clId="Web-{17A0DB57-E944-00AC-A793-26838E9CE768}" dt="2025-03-20T10:28:43.029" v="15"/>
        <pc:sldMkLst>
          <pc:docMk/>
          <pc:sldMk cId="523012212" sldId="278"/>
        </pc:sldMkLst>
      </pc:sldChg>
      <pc:sldChg chg="modSp new">
        <pc:chgData name="Tovell, Leo" userId="S::lt23036@essex.ac.uk::70409c28-f766-433e-aea3-db3e82c7e5bc" providerId="AD" clId="Web-{17A0DB57-E944-00AC-A793-26838E9CE768}" dt="2025-03-20T10:32:30.793" v="164" actId="20577"/>
        <pc:sldMkLst>
          <pc:docMk/>
          <pc:sldMk cId="3261655105" sldId="279"/>
        </pc:sldMkLst>
        <pc:spChg chg="mod">
          <ac:chgData name="Tovell, Leo" userId="S::lt23036@essex.ac.uk::70409c28-f766-433e-aea3-db3e82c7e5bc" providerId="AD" clId="Web-{17A0DB57-E944-00AC-A793-26838E9CE768}" dt="2025-03-20T10:30:50.162" v="111" actId="20577"/>
          <ac:spMkLst>
            <pc:docMk/>
            <pc:sldMk cId="3261655105" sldId="279"/>
            <ac:spMk id="2" creationId="{B1BA6142-B99E-7CFE-48B9-8B1ECBB33090}"/>
          </ac:spMkLst>
        </pc:spChg>
        <pc:spChg chg="mod">
          <ac:chgData name="Tovell, Leo" userId="S::lt23036@essex.ac.uk::70409c28-f766-433e-aea3-db3e82c7e5bc" providerId="AD" clId="Web-{17A0DB57-E944-00AC-A793-26838E9CE768}" dt="2025-03-20T10:32:30.793" v="164" actId="20577"/>
          <ac:spMkLst>
            <pc:docMk/>
            <pc:sldMk cId="3261655105" sldId="279"/>
            <ac:spMk id="3" creationId="{E13E0B06-01FC-92DE-4196-4F33479F6C9A}"/>
          </ac:spMkLst>
        </pc:spChg>
      </pc:sldChg>
      <pc:sldChg chg="modSp add replId">
        <pc:chgData name="Tovell, Leo" userId="S::lt23036@essex.ac.uk::70409c28-f766-433e-aea3-db3e82c7e5bc" providerId="AD" clId="Web-{17A0DB57-E944-00AC-A793-26838E9CE768}" dt="2025-03-20T10:31:56.463" v="146" actId="20577"/>
        <pc:sldMkLst>
          <pc:docMk/>
          <pc:sldMk cId="3460223371" sldId="280"/>
        </pc:sldMkLst>
        <pc:spChg chg="mod">
          <ac:chgData name="Tovell, Leo" userId="S::lt23036@essex.ac.uk::70409c28-f766-433e-aea3-db3e82c7e5bc" providerId="AD" clId="Web-{17A0DB57-E944-00AC-A793-26838E9CE768}" dt="2025-03-20T10:31:09.820" v="123" actId="20577"/>
          <ac:spMkLst>
            <pc:docMk/>
            <pc:sldMk cId="3460223371" sldId="280"/>
            <ac:spMk id="2" creationId="{54B1DAF8-FA5E-85D8-DFDF-68C756A9CC59}"/>
          </ac:spMkLst>
        </pc:spChg>
        <pc:spChg chg="mod">
          <ac:chgData name="Tovell, Leo" userId="S::lt23036@essex.ac.uk::70409c28-f766-433e-aea3-db3e82c7e5bc" providerId="AD" clId="Web-{17A0DB57-E944-00AC-A793-26838E9CE768}" dt="2025-03-20T10:31:56.463" v="146" actId="20577"/>
          <ac:spMkLst>
            <pc:docMk/>
            <pc:sldMk cId="3460223371" sldId="280"/>
            <ac:spMk id="3" creationId="{D1079B16-EEE5-023C-04D5-964BD4A9C801}"/>
          </ac:spMkLst>
        </pc:spChg>
      </pc:sldChg>
      <pc:sldChg chg="modSp add replId">
        <pc:chgData name="Tovell, Leo" userId="S::lt23036@essex.ac.uk::70409c28-f766-433e-aea3-db3e82c7e5bc" providerId="AD" clId="Web-{17A0DB57-E944-00AC-A793-26838E9CE768}" dt="2025-03-20T10:31:54.072" v="144" actId="20577"/>
        <pc:sldMkLst>
          <pc:docMk/>
          <pc:sldMk cId="136365447" sldId="281"/>
        </pc:sldMkLst>
        <pc:spChg chg="mod">
          <ac:chgData name="Tovell, Leo" userId="S::lt23036@essex.ac.uk::70409c28-f766-433e-aea3-db3e82c7e5bc" providerId="AD" clId="Web-{17A0DB57-E944-00AC-A793-26838E9CE768}" dt="2025-03-20T10:31:21.570" v="128" actId="20577"/>
          <ac:spMkLst>
            <pc:docMk/>
            <pc:sldMk cId="136365447" sldId="281"/>
            <ac:spMk id="2" creationId="{545EC527-A7ED-29B3-E643-99FD10167E9D}"/>
          </ac:spMkLst>
        </pc:spChg>
        <pc:spChg chg="mod">
          <ac:chgData name="Tovell, Leo" userId="S::lt23036@essex.ac.uk::70409c28-f766-433e-aea3-db3e82c7e5bc" providerId="AD" clId="Web-{17A0DB57-E944-00AC-A793-26838E9CE768}" dt="2025-03-20T10:31:54.072" v="144" actId="20577"/>
          <ac:spMkLst>
            <pc:docMk/>
            <pc:sldMk cId="136365447" sldId="281"/>
            <ac:spMk id="3" creationId="{9CD5C47B-BE03-D27A-3886-913AE90FD0A3}"/>
          </ac:spMkLst>
        </pc:spChg>
      </pc:sldChg>
      <pc:sldChg chg="modSp add replId">
        <pc:chgData name="Tovell, Leo" userId="S::lt23036@essex.ac.uk::70409c28-f766-433e-aea3-db3e82c7e5bc" providerId="AD" clId="Web-{17A0DB57-E944-00AC-A793-26838E9CE768}" dt="2025-03-20T10:31:51.385" v="142" actId="20577"/>
        <pc:sldMkLst>
          <pc:docMk/>
          <pc:sldMk cId="2204906259" sldId="282"/>
        </pc:sldMkLst>
        <pc:spChg chg="mod">
          <ac:chgData name="Tovell, Leo" userId="S::lt23036@essex.ac.uk::70409c28-f766-433e-aea3-db3e82c7e5bc" providerId="AD" clId="Web-{17A0DB57-E944-00AC-A793-26838E9CE768}" dt="2025-03-20T10:31:27.680" v="130" actId="20577"/>
          <ac:spMkLst>
            <pc:docMk/>
            <pc:sldMk cId="2204906259" sldId="282"/>
            <ac:spMk id="2" creationId="{BFCBF282-12D2-77E3-9C62-BB862116BAEE}"/>
          </ac:spMkLst>
        </pc:spChg>
        <pc:spChg chg="mod">
          <ac:chgData name="Tovell, Leo" userId="S::lt23036@essex.ac.uk::70409c28-f766-433e-aea3-db3e82c7e5bc" providerId="AD" clId="Web-{17A0DB57-E944-00AC-A793-26838E9CE768}" dt="2025-03-20T10:31:51.385" v="142" actId="20577"/>
          <ac:spMkLst>
            <pc:docMk/>
            <pc:sldMk cId="2204906259" sldId="282"/>
            <ac:spMk id="3" creationId="{FB59BD34-00C1-3276-8A42-05BF1C9ABA19}"/>
          </ac:spMkLst>
        </pc:spChg>
      </pc:sldChg>
      <pc:sldChg chg="modSp add replId">
        <pc:chgData name="Tovell, Leo" userId="S::lt23036@essex.ac.uk::70409c28-f766-433e-aea3-db3e82c7e5bc" providerId="AD" clId="Web-{17A0DB57-E944-00AC-A793-26838E9CE768}" dt="2025-03-20T10:31:49.306" v="140" actId="20577"/>
        <pc:sldMkLst>
          <pc:docMk/>
          <pc:sldMk cId="2813149882" sldId="283"/>
        </pc:sldMkLst>
        <pc:spChg chg="mod">
          <ac:chgData name="Tovell, Leo" userId="S::lt23036@essex.ac.uk::70409c28-f766-433e-aea3-db3e82c7e5bc" providerId="AD" clId="Web-{17A0DB57-E944-00AC-A793-26838E9CE768}" dt="2025-03-20T10:31:32.259" v="131" actId="20577"/>
          <ac:spMkLst>
            <pc:docMk/>
            <pc:sldMk cId="2813149882" sldId="283"/>
            <ac:spMk id="2" creationId="{30F6D929-0890-686F-939A-AC1149BCC026}"/>
          </ac:spMkLst>
        </pc:spChg>
        <pc:spChg chg="mod">
          <ac:chgData name="Tovell, Leo" userId="S::lt23036@essex.ac.uk::70409c28-f766-433e-aea3-db3e82c7e5bc" providerId="AD" clId="Web-{17A0DB57-E944-00AC-A793-26838E9CE768}" dt="2025-03-20T10:31:49.306" v="140" actId="20577"/>
          <ac:spMkLst>
            <pc:docMk/>
            <pc:sldMk cId="2813149882" sldId="283"/>
            <ac:spMk id="3" creationId="{2F79D063-C765-B4EE-83EE-DCEACCFC785A}"/>
          </ac:spMkLst>
        </pc:spChg>
      </pc:sldChg>
      <pc:sldChg chg="modSp add replId">
        <pc:chgData name="Tovell, Leo" userId="S::lt23036@essex.ac.uk::70409c28-f766-433e-aea3-db3e82c7e5bc" providerId="AD" clId="Web-{17A0DB57-E944-00AC-A793-26838E9CE768}" dt="2025-03-20T10:31:46.072" v="138" actId="20577"/>
        <pc:sldMkLst>
          <pc:docMk/>
          <pc:sldMk cId="3128512066" sldId="284"/>
        </pc:sldMkLst>
        <pc:spChg chg="mod">
          <ac:chgData name="Tovell, Leo" userId="S::lt23036@essex.ac.uk::70409c28-f766-433e-aea3-db3e82c7e5bc" providerId="AD" clId="Web-{17A0DB57-E944-00AC-A793-26838E9CE768}" dt="2025-03-20T10:31:35.165" v="132" actId="20577"/>
          <ac:spMkLst>
            <pc:docMk/>
            <pc:sldMk cId="3128512066" sldId="284"/>
            <ac:spMk id="2" creationId="{412853DC-744B-5261-B442-44482CF338CB}"/>
          </ac:spMkLst>
        </pc:spChg>
        <pc:spChg chg="mod">
          <ac:chgData name="Tovell, Leo" userId="S::lt23036@essex.ac.uk::70409c28-f766-433e-aea3-db3e82c7e5bc" providerId="AD" clId="Web-{17A0DB57-E944-00AC-A793-26838E9CE768}" dt="2025-03-20T10:31:46.072" v="138" actId="20577"/>
          <ac:spMkLst>
            <pc:docMk/>
            <pc:sldMk cId="3128512066" sldId="284"/>
            <ac:spMk id="3" creationId="{8FCDE0A6-FC29-E71C-D272-9AF890A1BA8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2885" tIns="46442" rIns="92885" bIns="46442" rtlCol="0"/>
          <a:lstStyle>
            <a:lvl1pPr algn="l">
              <a:defRPr sz="1200"/>
            </a:lvl1pPr>
          </a:lstStyle>
          <a:p>
            <a:pPr>
              <a:defRPr/>
            </a:pPr>
            <a:endParaRPr lang="en-GB"/>
          </a:p>
        </p:txBody>
      </p:sp>
      <p:sp>
        <p:nvSpPr>
          <p:cNvPr id="3" name="Date Placeholder 2"/>
          <p:cNvSpPr>
            <a:spLocks noGrp="1"/>
          </p:cNvSpPr>
          <p:nvPr>
            <p:ph type="dt" sz="quarter" idx="1"/>
          </p:nvPr>
        </p:nvSpPr>
        <p:spPr>
          <a:xfrm>
            <a:off x="3956050" y="0"/>
            <a:ext cx="3027363" cy="463550"/>
          </a:xfrm>
          <a:prstGeom prst="rect">
            <a:avLst/>
          </a:prstGeom>
        </p:spPr>
        <p:txBody>
          <a:bodyPr vert="horz" lIns="92885" tIns="46442" rIns="92885" bIns="46442" rtlCol="0"/>
          <a:lstStyle>
            <a:lvl1pPr algn="r">
              <a:defRPr sz="1200"/>
            </a:lvl1pPr>
          </a:lstStyle>
          <a:p>
            <a:pPr>
              <a:defRPr/>
            </a:pPr>
            <a:fld id="{1B38DA4A-365E-441B-8731-156EC1DF52B7}" type="datetimeFigureOut">
              <a:rPr lang="en-US"/>
              <a:pPr>
                <a:defRPr/>
              </a:pPr>
              <a:t>3/20/2025</a:t>
            </a:fld>
            <a:endParaRPr lang="en-GB"/>
          </a:p>
        </p:txBody>
      </p:sp>
      <p:sp>
        <p:nvSpPr>
          <p:cNvPr id="4" name="Footer Placeholder 3"/>
          <p:cNvSpPr>
            <a:spLocks noGrp="1"/>
          </p:cNvSpPr>
          <p:nvPr>
            <p:ph type="ftr" sz="quarter" idx="2"/>
          </p:nvPr>
        </p:nvSpPr>
        <p:spPr>
          <a:xfrm>
            <a:off x="0" y="8805863"/>
            <a:ext cx="3027363" cy="463550"/>
          </a:xfrm>
          <a:prstGeom prst="rect">
            <a:avLst/>
          </a:prstGeom>
        </p:spPr>
        <p:txBody>
          <a:bodyPr vert="horz" lIns="92885" tIns="46442" rIns="92885" bIns="46442" rtlCol="0" anchor="b"/>
          <a:lstStyle>
            <a:lvl1pPr algn="l">
              <a:defRPr sz="1200"/>
            </a:lvl1pPr>
          </a:lstStyle>
          <a:p>
            <a:pPr>
              <a:defRPr/>
            </a:pPr>
            <a:endParaRPr lang="en-GB"/>
          </a:p>
        </p:txBody>
      </p:sp>
      <p:sp>
        <p:nvSpPr>
          <p:cNvPr id="5" name="Slide Number Placeholder 4"/>
          <p:cNvSpPr>
            <a:spLocks noGrp="1"/>
          </p:cNvSpPr>
          <p:nvPr>
            <p:ph type="sldNum" sz="quarter" idx="3"/>
          </p:nvPr>
        </p:nvSpPr>
        <p:spPr>
          <a:xfrm>
            <a:off x="3956050" y="8805863"/>
            <a:ext cx="3027363" cy="463550"/>
          </a:xfrm>
          <a:prstGeom prst="rect">
            <a:avLst/>
          </a:prstGeom>
        </p:spPr>
        <p:txBody>
          <a:bodyPr vert="horz" lIns="92885" tIns="46442" rIns="92885" bIns="46442" rtlCol="0" anchor="b"/>
          <a:lstStyle>
            <a:lvl1pPr algn="r">
              <a:defRPr sz="1200"/>
            </a:lvl1pPr>
          </a:lstStyle>
          <a:p>
            <a:pPr>
              <a:defRPr/>
            </a:pPr>
            <a:fld id="{C6257DF0-203D-4B7B-BAC9-3EF90F999170}" type="slidenum">
              <a:rPr lang="en-GB"/>
              <a:pPr>
                <a:defRPr/>
              </a:pPr>
              <a:t>‹#›</a:t>
            </a:fld>
            <a:endParaRPr lang="en-GB"/>
          </a:p>
        </p:txBody>
      </p:sp>
    </p:spTree>
    <p:extLst>
      <p:ext uri="{BB962C8B-B14F-4D97-AF65-F5344CB8AC3E}">
        <p14:creationId xmlns:p14="http://schemas.microsoft.com/office/powerpoint/2010/main" val="34412867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956050" y="0"/>
            <a:ext cx="3027363" cy="463550"/>
          </a:xfrm>
          <a:prstGeom prst="rect">
            <a:avLst/>
          </a:prstGeom>
        </p:spPr>
        <p:txBody>
          <a:bodyPr vert="horz" lIns="91440" tIns="45720" rIns="91440" bIns="45720" rtlCol="0"/>
          <a:lstStyle>
            <a:lvl1pPr algn="r">
              <a:defRPr sz="1200"/>
            </a:lvl1pPr>
          </a:lstStyle>
          <a:p>
            <a:fld id="{50A6EDBF-7C52-4A73-9A75-5B9E14CD0B4F}" type="datetimeFigureOut">
              <a:rPr lang="en-GB" smtClean="0"/>
              <a:pPr/>
              <a:t>20/03/2025</a:t>
            </a:fld>
            <a:endParaRPr lang="en-GB"/>
          </a:p>
        </p:txBody>
      </p:sp>
      <p:sp>
        <p:nvSpPr>
          <p:cNvPr id="4" name="Slide Image Placeholder 3"/>
          <p:cNvSpPr>
            <a:spLocks noGrp="1" noRot="1" noChangeAspect="1"/>
          </p:cNvSpPr>
          <p:nvPr>
            <p:ph type="sldImg" idx="2"/>
          </p:nvPr>
        </p:nvSpPr>
        <p:spPr>
          <a:xfrm>
            <a:off x="1174750" y="695325"/>
            <a:ext cx="4635500" cy="3476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98500" y="4403725"/>
            <a:ext cx="5588000" cy="41719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05863"/>
            <a:ext cx="3027363" cy="46355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956050" y="8805863"/>
            <a:ext cx="3027363" cy="463550"/>
          </a:xfrm>
          <a:prstGeom prst="rect">
            <a:avLst/>
          </a:prstGeom>
        </p:spPr>
        <p:txBody>
          <a:bodyPr vert="horz" lIns="91440" tIns="45720" rIns="91440" bIns="45720" rtlCol="0" anchor="b"/>
          <a:lstStyle>
            <a:lvl1pPr algn="r">
              <a:defRPr sz="1200"/>
            </a:lvl1pPr>
          </a:lstStyle>
          <a:p>
            <a:fld id="{B01B9A67-C699-4604-BC5C-6E8702345EF9}" type="slidenum">
              <a:rPr lang="en-GB" smtClean="0"/>
              <a:pPr/>
              <a:t>‹#›</a:t>
            </a:fld>
            <a:endParaRPr lang="en-GB"/>
          </a:p>
        </p:txBody>
      </p:sp>
    </p:spTree>
    <p:extLst>
      <p:ext uri="{BB962C8B-B14F-4D97-AF65-F5344CB8AC3E}">
        <p14:creationId xmlns:p14="http://schemas.microsoft.com/office/powerpoint/2010/main" val="402666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PROJECT OVERVIEW</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Brief introduction to project:</a:t>
            </a:r>
          </a:p>
          <a:p>
            <a:pPr marL="0" marR="0" lvl="0" indent="0" algn="just"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The Child Health &amp; Well-Being Tracking Software is a tool for parents and caregivers to monitor and manage their children's health.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The problem aimed to solve and the motivation behind it:</a:t>
            </a:r>
          </a:p>
          <a:p>
            <a:pPr>
              <a:lnSpc>
                <a:spcPct val="107000"/>
              </a:lnSpc>
              <a:spcAft>
                <a:spcPts val="800"/>
              </a:spcAft>
              <a:buNone/>
            </a:pPr>
            <a:r>
              <a:rPr lang="en-US" sz="1800" kern="100">
                <a:effectLst/>
                <a:latin typeface="Aptos" panose="020B0004020202020204" pitchFamily="34" charset="0"/>
                <a:ea typeface="Aptos" panose="020B0004020202020204" pitchFamily="34" charset="0"/>
                <a:cs typeface="Times New Roman" panose="02020603050405020304" pitchFamily="18" charset="0"/>
              </a:rPr>
              <a:t>It provides an intuitive, user-friendly interface for tracking daily activities like sleep, feeding, diaper changes, temperature, growth, and medication administration, by generating visual insights in the form of graphs. This allows the users to recognize patterns and trends over time, simplifying their child’s daily health routine and enabling informed decision-making.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This software can also aid pediatricians and child health specialists, by generating reports to facilitate tracking and discussing the child's growth and overall health progress.</a:t>
            </a: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a:p>
            <a:pPr marL="0" marR="0" lvl="0" indent="0" algn="just"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en-US" sz="1800" b="0" i="0">
                <a:solidFill>
                  <a:srgbClr val="000000"/>
                </a:solidFill>
                <a:effectLst/>
                <a:latin typeface="Aptos" panose="020B0004020202020204" pitchFamily="34" charset="0"/>
              </a:rPr>
              <a:t>Target users: Parents, caregivers, pediatricians/child health specialists</a:t>
            </a:r>
          </a:p>
          <a:p>
            <a:pPr marL="0" marR="0" lvl="0" indent="0" algn="just"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en-US" sz="1800" b="0" i="0">
                <a:solidFill>
                  <a:srgbClr val="000000"/>
                </a:solidFill>
                <a:effectLst/>
                <a:latin typeface="Aptos" panose="020B0004020202020204" pitchFamily="34" charset="0"/>
              </a:rPr>
              <a:t>Use cases: </a:t>
            </a:r>
            <a:r>
              <a:rPr lang="en-US" sz="1800" b="0" i="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a:t>
            </a:r>
            <a:r>
              <a:rPr lang="en-US" sz="1800" kern="100">
                <a:effectLst/>
                <a:latin typeface="Aptos" panose="020B0004020202020204" pitchFamily="34" charset="0"/>
                <a:ea typeface="Aptos" panose="020B0004020202020204" pitchFamily="34" charset="0"/>
                <a:cs typeface="Times New Roman" panose="02020603050405020304" pitchFamily="18" charset="0"/>
              </a:rPr>
              <a:t>leep tracking, feeding tracking, diaper change tracking, temperature tracking, growth tracking, medication administration tracking, generating reports</a:t>
            </a: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a:p>
            <a:pPr>
              <a:lnSpc>
                <a:spcPct val="107000"/>
              </a:lnSpc>
              <a:spcAft>
                <a:spcPts val="800"/>
              </a:spcAft>
              <a:buNone/>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GB"/>
          </a:p>
        </p:txBody>
      </p:sp>
      <p:sp>
        <p:nvSpPr>
          <p:cNvPr id="4" name="Slide Number Placeholder 3"/>
          <p:cNvSpPr>
            <a:spLocks noGrp="1"/>
          </p:cNvSpPr>
          <p:nvPr>
            <p:ph type="sldNum" sz="quarter" idx="5"/>
          </p:nvPr>
        </p:nvSpPr>
        <p:spPr/>
        <p:txBody>
          <a:bodyPr/>
          <a:lstStyle/>
          <a:p>
            <a:fld id="{B01B9A67-C699-4604-BC5C-6E8702345EF9}" type="slidenum">
              <a:rPr lang="en-GB" smtClean="0"/>
              <a:pPr/>
              <a:t>3</a:t>
            </a:fld>
            <a:endParaRPr lang="en-GB"/>
          </a:p>
        </p:txBody>
      </p:sp>
    </p:spTree>
    <p:extLst>
      <p:ext uri="{BB962C8B-B14F-4D97-AF65-F5344CB8AC3E}">
        <p14:creationId xmlns:p14="http://schemas.microsoft.com/office/powerpoint/2010/main" val="1523858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TECHNICAL IMPLEMENTATION</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Overview of the system architecture and key components.</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Technologies and tools used.</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Any significant challenges faced and how they were overcome.</a:t>
            </a:r>
          </a:p>
          <a:p>
            <a:endParaRPr lang="en-GB"/>
          </a:p>
        </p:txBody>
      </p:sp>
      <p:sp>
        <p:nvSpPr>
          <p:cNvPr id="4" name="Slide Number Placeholder 3"/>
          <p:cNvSpPr>
            <a:spLocks noGrp="1"/>
          </p:cNvSpPr>
          <p:nvPr>
            <p:ph type="sldNum" sz="quarter" idx="5"/>
          </p:nvPr>
        </p:nvSpPr>
        <p:spPr/>
        <p:txBody>
          <a:bodyPr/>
          <a:lstStyle/>
          <a:p>
            <a:fld id="{B01B9A67-C699-4604-BC5C-6E8702345EF9}" type="slidenum">
              <a:rPr lang="en-GB" smtClean="0"/>
              <a:pPr/>
              <a:t>5</a:t>
            </a:fld>
            <a:endParaRPr lang="en-GB"/>
          </a:p>
        </p:txBody>
      </p:sp>
    </p:spTree>
    <p:extLst>
      <p:ext uri="{BB962C8B-B14F-4D97-AF65-F5344CB8AC3E}">
        <p14:creationId xmlns:p14="http://schemas.microsoft.com/office/powerpoint/2010/main" val="3491033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ACB6-3A2B-44F8-A555-3FC4A90AE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A7474-8DBF-35C6-9751-F8919BA37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F275C6-5DAE-DDAB-FBD7-FF283CE387E1}"/>
              </a:ext>
            </a:extLst>
          </p:cNvPr>
          <p:cNvSpPr>
            <a:spLocks noGrp="1"/>
          </p:cNvSpPr>
          <p:nvPr>
            <p:ph type="body" idx="1"/>
          </p:nvPr>
        </p:nvSpPr>
        <p:spPr/>
        <p:txBody>
          <a:bodyPr/>
          <a:lstStyle/>
          <a:p>
            <a:r>
              <a:rPr lang="en-GB"/>
              <a:t>TECHNICAL IMPLEMENTATION</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Overview of the system architecture and key components.</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Technologies and tools used.</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Any significant challenges faced and how they were overcome.</a:t>
            </a:r>
          </a:p>
          <a:p>
            <a:endParaRPr lang="en-GB"/>
          </a:p>
        </p:txBody>
      </p:sp>
      <p:sp>
        <p:nvSpPr>
          <p:cNvPr id="4" name="Slide Number Placeholder 3">
            <a:extLst>
              <a:ext uri="{FF2B5EF4-FFF2-40B4-BE49-F238E27FC236}">
                <a16:creationId xmlns:a16="http://schemas.microsoft.com/office/drawing/2014/main" id="{695A776B-7A55-03D1-E013-70FF20A3E811}"/>
              </a:ext>
            </a:extLst>
          </p:cNvPr>
          <p:cNvSpPr>
            <a:spLocks noGrp="1"/>
          </p:cNvSpPr>
          <p:nvPr>
            <p:ph type="sldNum" sz="quarter" idx="5"/>
          </p:nvPr>
        </p:nvSpPr>
        <p:spPr/>
        <p:txBody>
          <a:bodyPr/>
          <a:lstStyle/>
          <a:p>
            <a:fld id="{B01B9A67-C699-4604-BC5C-6E8702345EF9}" type="slidenum">
              <a:rPr lang="en-GB" smtClean="0"/>
              <a:pPr/>
              <a:t>6</a:t>
            </a:fld>
            <a:endParaRPr lang="en-GB"/>
          </a:p>
        </p:txBody>
      </p:sp>
    </p:spTree>
    <p:extLst>
      <p:ext uri="{BB962C8B-B14F-4D97-AF65-F5344CB8AC3E}">
        <p14:creationId xmlns:p14="http://schemas.microsoft.com/office/powerpoint/2010/main" val="4238899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DEMONSTRATION OF THE FINAL PRODUCT</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Walkthrough of the core features of your application.</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Key functionalities and how they work.</a:t>
            </a:r>
          </a:p>
          <a:p>
            <a:endParaRPr lang="en-GB"/>
          </a:p>
        </p:txBody>
      </p:sp>
      <p:sp>
        <p:nvSpPr>
          <p:cNvPr id="4" name="Slide Number Placeholder 3"/>
          <p:cNvSpPr>
            <a:spLocks noGrp="1"/>
          </p:cNvSpPr>
          <p:nvPr>
            <p:ph type="sldNum" sz="quarter" idx="5"/>
          </p:nvPr>
        </p:nvSpPr>
        <p:spPr/>
        <p:txBody>
          <a:bodyPr/>
          <a:lstStyle/>
          <a:p>
            <a:fld id="{B01B9A67-C699-4604-BC5C-6E8702345EF9}" type="slidenum">
              <a:rPr lang="en-GB" smtClean="0"/>
              <a:pPr/>
              <a:t>8</a:t>
            </a:fld>
            <a:endParaRPr lang="en-GB"/>
          </a:p>
        </p:txBody>
      </p:sp>
    </p:spTree>
    <p:extLst>
      <p:ext uri="{BB962C8B-B14F-4D97-AF65-F5344CB8AC3E}">
        <p14:creationId xmlns:p14="http://schemas.microsoft.com/office/powerpoint/2010/main" val="3929068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105F-78CB-FFF2-AE96-E2CE5BCCB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885B1-972A-7F4C-5D73-02681716D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CEC57-CED9-D889-CAC3-9C46C25359F0}"/>
              </a:ext>
            </a:extLst>
          </p:cNvPr>
          <p:cNvSpPr>
            <a:spLocks noGrp="1"/>
          </p:cNvSpPr>
          <p:nvPr>
            <p:ph type="body" idx="1"/>
          </p:nvPr>
        </p:nvSpPr>
        <p:spPr/>
        <p:txBody>
          <a:bodyPr/>
          <a:lstStyle/>
          <a:p>
            <a:r>
              <a:rPr lang="en-GB"/>
              <a:t>DEMONSTRATION OF THE FINAL PRODUCT</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Walkthrough of the core features of your application.</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Key functionalities and how they work.</a:t>
            </a:r>
          </a:p>
          <a:p>
            <a:endParaRPr lang="en-GB"/>
          </a:p>
        </p:txBody>
      </p:sp>
      <p:sp>
        <p:nvSpPr>
          <p:cNvPr id="4" name="Slide Number Placeholder 3">
            <a:extLst>
              <a:ext uri="{FF2B5EF4-FFF2-40B4-BE49-F238E27FC236}">
                <a16:creationId xmlns:a16="http://schemas.microsoft.com/office/drawing/2014/main" id="{FF7FDF02-FED3-F0EB-D1CC-D568C375EDF3}"/>
              </a:ext>
            </a:extLst>
          </p:cNvPr>
          <p:cNvSpPr>
            <a:spLocks noGrp="1"/>
          </p:cNvSpPr>
          <p:nvPr>
            <p:ph type="sldNum" sz="quarter" idx="5"/>
          </p:nvPr>
        </p:nvSpPr>
        <p:spPr/>
        <p:txBody>
          <a:bodyPr/>
          <a:lstStyle/>
          <a:p>
            <a:fld id="{B01B9A67-C699-4604-BC5C-6E8702345EF9}" type="slidenum">
              <a:rPr lang="en-GB" smtClean="0"/>
              <a:pPr/>
              <a:t>9</a:t>
            </a:fld>
            <a:endParaRPr lang="en-GB"/>
          </a:p>
        </p:txBody>
      </p:sp>
    </p:spTree>
    <p:extLst>
      <p:ext uri="{BB962C8B-B14F-4D97-AF65-F5344CB8AC3E}">
        <p14:creationId xmlns:p14="http://schemas.microsoft.com/office/powerpoint/2010/main" val="154029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a:t>PROJECT MANAGEMENT AND DEVELOPMENT PROCESS</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Agile methodologies followed:</a:t>
            </a:r>
          </a:p>
          <a:p>
            <a:pPr marL="0" marR="0" lvl="0" indent="0" algn="l" defTabSz="914400" rtl="0" eaLnBrk="1" fontAlgn="auto" latinLnBrk="0" hangingPunct="1">
              <a:lnSpc>
                <a:spcPct val="107000"/>
              </a:lnSpc>
              <a:spcBef>
                <a:spcPts val="0"/>
              </a:spcBef>
              <a:spcAft>
                <a:spcPts val="800"/>
              </a:spcAft>
              <a:buClrTx/>
              <a:buSzTx/>
              <a:buFontTx/>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This project utilized the Scrum methodology to manage tasks, deliver continuous progress, and maintain team communication. This was achieved by using Jira and GitLab for project management and collaboration. Development was divided into sprints, where planning these sprints and tracking their progress occurred during the weekly in-lab sessions. We also used this time to review completed features, as well as gather feedback and support from each other. Retrospectives were conducted to identify areas for improvement and optimize processes for following sprints.</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01B9A67-C699-4604-BC5C-6E8702345EF9}" type="slidenum">
              <a:rPr lang="en-GB" smtClean="0"/>
              <a:pPr/>
              <a:t>11</a:t>
            </a:fld>
            <a:endParaRPr lang="en-GB"/>
          </a:p>
        </p:txBody>
      </p:sp>
    </p:spTree>
    <p:extLst>
      <p:ext uri="{BB962C8B-B14F-4D97-AF65-F5344CB8AC3E}">
        <p14:creationId xmlns:p14="http://schemas.microsoft.com/office/powerpoint/2010/main" val="2193222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1B3C6-3156-9FDB-E05A-C9169185D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D9028-ADB0-E9C7-CDE0-2EFB0A4AC8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CA5703-1471-3E23-E657-DFB5930D602A}"/>
              </a:ext>
            </a:extLst>
          </p:cNvPr>
          <p:cNvSpPr>
            <a:spLocks noGrp="1"/>
          </p:cNvSpPr>
          <p:nvPr>
            <p:ph type="body" idx="1"/>
          </p:nvPr>
        </p:nvSpPr>
        <p:spPr/>
        <p:txBody>
          <a:bodyPr>
            <a:normAutofit lnSpcReduction="10000"/>
          </a:bodyPr>
          <a:lstStyle/>
          <a:p>
            <a:r>
              <a:rPr lang="en-GB"/>
              <a:t>PROJECT MANAGEMENT AND DEVELOPMENT PROCESS</a:t>
            </a: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Use of Jira and GitLab for collaboration:</a:t>
            </a: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Jira managed tasks, sprints, and user stories, breaking them down into individual tasks and using Kanban workflow boards to track progress. This helped maintain a clear backlog and ensured timely completion of tasks. GitLab was the primary tool for version control and collaborative coding, maintaining a single repository and allowing efficient work on individual features without disrupting the main codebase. Its branching and merging capabilities ensured code quality through peer reviews and automated testing.</a:t>
            </a:r>
            <a:endParaRPr lang="en-US" sz="1800" b="0" i="0">
              <a:solidFill>
                <a:srgbClr val="000000"/>
              </a:solidFill>
              <a:effectLst/>
              <a:latin typeface="Aptos" panose="020B0004020202020204" pitchFamily="34" charset="0"/>
            </a:endParaRPr>
          </a:p>
          <a:p>
            <a:endParaRPr lang="en-GB"/>
          </a:p>
        </p:txBody>
      </p:sp>
      <p:sp>
        <p:nvSpPr>
          <p:cNvPr id="4" name="Slide Number Placeholder 3">
            <a:extLst>
              <a:ext uri="{FF2B5EF4-FFF2-40B4-BE49-F238E27FC236}">
                <a16:creationId xmlns:a16="http://schemas.microsoft.com/office/drawing/2014/main" id="{0B496484-FD8B-5DCE-E92B-AF45F7C241D6}"/>
              </a:ext>
            </a:extLst>
          </p:cNvPr>
          <p:cNvSpPr>
            <a:spLocks noGrp="1"/>
          </p:cNvSpPr>
          <p:nvPr>
            <p:ph type="sldNum" sz="quarter" idx="5"/>
          </p:nvPr>
        </p:nvSpPr>
        <p:spPr/>
        <p:txBody>
          <a:bodyPr/>
          <a:lstStyle/>
          <a:p>
            <a:fld id="{B01B9A67-C699-4604-BC5C-6E8702345EF9}" type="slidenum">
              <a:rPr lang="en-GB" smtClean="0"/>
              <a:pPr/>
              <a:t>12</a:t>
            </a:fld>
            <a:endParaRPr lang="en-GB"/>
          </a:p>
        </p:txBody>
      </p:sp>
    </p:spTree>
    <p:extLst>
      <p:ext uri="{BB962C8B-B14F-4D97-AF65-F5344CB8AC3E}">
        <p14:creationId xmlns:p14="http://schemas.microsoft.com/office/powerpoint/2010/main" val="114244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TESTING AND EVALUATION</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Summary of testing strategies (unit tests, integration tests, user testing).</a:t>
            </a: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Findings and improvements made based on testing.</a:t>
            </a:r>
          </a:p>
          <a:p>
            <a:endParaRPr lang="en-GB"/>
          </a:p>
        </p:txBody>
      </p:sp>
      <p:sp>
        <p:nvSpPr>
          <p:cNvPr id="4" name="Slide Number Placeholder 3"/>
          <p:cNvSpPr>
            <a:spLocks noGrp="1"/>
          </p:cNvSpPr>
          <p:nvPr>
            <p:ph type="sldNum" sz="quarter" idx="5"/>
          </p:nvPr>
        </p:nvSpPr>
        <p:spPr/>
        <p:txBody>
          <a:bodyPr/>
          <a:lstStyle/>
          <a:p>
            <a:fld id="{B01B9A67-C699-4604-BC5C-6E8702345EF9}" type="slidenum">
              <a:rPr lang="en-GB" smtClean="0"/>
              <a:pPr/>
              <a:t>21</a:t>
            </a:fld>
            <a:endParaRPr lang="en-GB"/>
          </a:p>
        </p:txBody>
      </p:sp>
    </p:spTree>
    <p:extLst>
      <p:ext uri="{BB962C8B-B14F-4D97-AF65-F5344CB8AC3E}">
        <p14:creationId xmlns:p14="http://schemas.microsoft.com/office/powerpoint/2010/main" val="2124409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GB"/>
              <a:t>FUTURE IMPROVEMENTS AND REFLECTION</a:t>
            </a:r>
          </a:p>
          <a:p>
            <a:endParaRPr lang="en-GB"/>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Limitations of the current version:</a:t>
            </a:r>
          </a:p>
          <a:p>
            <a:pPr algn="just">
              <a:spcAft>
                <a:spcPts val="800"/>
              </a:spcAft>
              <a:buFont typeface="Arial" panose="020B0604020202020204" pitchFamily="34" charset="0"/>
              <a:buNone/>
            </a:pPr>
            <a:r>
              <a:rPr lang="en-US" sz="1800" kern="100">
                <a:effectLst/>
                <a:latin typeface="Aptos" panose="020B0004020202020204" pitchFamily="34" charset="0"/>
                <a:ea typeface="Aptos" panose="020B0004020202020204" pitchFamily="34" charset="0"/>
                <a:cs typeface="Times New Roman" panose="02020603050405020304" pitchFamily="18" charset="0"/>
              </a:rPr>
              <a:t>The existing iteration of the Child Health &amp; Well-Being Tracking Software presents certain limitations, including the absence of multi-user functionality and a lack of advanced analytical tools. </a:t>
            </a: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Potential improvements and next steps.</a:t>
            </a:r>
          </a:p>
          <a:p>
            <a:pPr algn="just">
              <a:spcAft>
                <a:spcPts val="800"/>
              </a:spcAft>
              <a:buFont typeface="Arial" panose="020B0604020202020204" pitchFamily="34" charset="0"/>
              <a:buNone/>
            </a:pPr>
            <a:r>
              <a:rPr lang="en-US" sz="1800" kern="100">
                <a:effectLst/>
                <a:latin typeface="Aptos" panose="020B0004020202020204" pitchFamily="34" charset="0"/>
                <a:ea typeface="Aptos" panose="020B0004020202020204" pitchFamily="34" charset="0"/>
                <a:cs typeface="Times New Roman" panose="02020603050405020304" pitchFamily="18" charset="0"/>
              </a:rPr>
              <a:t>To advance the project, it is essential to focus on enhancements such as the introduction of multi-user support, the incorporation of AI-driven health insights, and the creation of a mobile application. </a:t>
            </a:r>
            <a:endParaRPr lang="en-US" sz="1800" b="0" i="0">
              <a:solidFill>
                <a:srgbClr val="000000"/>
              </a:solidFill>
              <a:effectLst/>
              <a:latin typeface="Aptos" panose="020B0004020202020204" pitchFamily="34" charset="0"/>
            </a:endParaRPr>
          </a:p>
          <a:p>
            <a:pPr algn="just">
              <a:spcAft>
                <a:spcPts val="800"/>
              </a:spcAft>
              <a:buFont typeface="Arial" panose="020B0604020202020204" pitchFamily="34" charset="0"/>
              <a:buChar char="•"/>
            </a:pPr>
            <a:r>
              <a:rPr lang="en-US" sz="1800" b="0" i="0">
                <a:solidFill>
                  <a:srgbClr val="000000"/>
                </a:solidFill>
                <a:effectLst/>
                <a:latin typeface="Aptos" panose="020B0004020202020204" pitchFamily="34" charset="0"/>
              </a:rPr>
              <a:t>Lessons learned from the project:</a:t>
            </a:r>
          </a:p>
          <a:p>
            <a:pPr marL="0" marR="0" lvl="0" indent="0" algn="just"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Throughout the development process, we recognized the significance of user feedback, which has been instrumental in guiding design enhancements, and the vital importance of thorough testing to detect and resolve issues at an early stage. These insights will contribute to the refinement of future versions and the overall enhancement of user experience.</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buFont typeface="Arial" panose="020B0604020202020204" pitchFamily="34" charset="0"/>
              <a:buNone/>
            </a:pPr>
            <a:endParaRPr lang="en-US" sz="1800" b="0" i="0">
              <a:solidFill>
                <a:srgbClr val="000000"/>
              </a:solidFill>
              <a:effectLst/>
              <a:latin typeface="Aptos" panose="020B0004020202020204" pitchFamily="34" charset="0"/>
            </a:endParaRPr>
          </a:p>
          <a:p>
            <a:endParaRPr lang="en-GB"/>
          </a:p>
        </p:txBody>
      </p:sp>
      <p:sp>
        <p:nvSpPr>
          <p:cNvPr id="4" name="Slide Number Placeholder 3"/>
          <p:cNvSpPr>
            <a:spLocks noGrp="1"/>
          </p:cNvSpPr>
          <p:nvPr>
            <p:ph type="sldNum" sz="quarter" idx="5"/>
          </p:nvPr>
        </p:nvSpPr>
        <p:spPr/>
        <p:txBody>
          <a:bodyPr/>
          <a:lstStyle/>
          <a:p>
            <a:fld id="{B01B9A67-C699-4604-BC5C-6E8702345EF9}" type="slidenum">
              <a:rPr lang="en-GB" smtClean="0"/>
              <a:pPr/>
              <a:t>23</a:t>
            </a:fld>
            <a:endParaRPr lang="en-GB"/>
          </a:p>
        </p:txBody>
      </p:sp>
    </p:spTree>
    <p:extLst>
      <p:ext uri="{BB962C8B-B14F-4D97-AF65-F5344CB8AC3E}">
        <p14:creationId xmlns:p14="http://schemas.microsoft.com/office/powerpoint/2010/main" val="39055333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or divider slide">
    <p:bg>
      <p:bgPr>
        <a:solidFill>
          <a:schemeClr val="tx1"/>
        </a:solidFill>
        <a:effectLst/>
      </p:bgPr>
    </p:bg>
    <p:spTree>
      <p:nvGrpSpPr>
        <p:cNvPr id="1" name=""/>
        <p:cNvGrpSpPr/>
        <p:nvPr/>
      </p:nvGrpSpPr>
      <p:grpSpPr>
        <a:xfrm>
          <a:off x="0" y="0"/>
          <a:ext cx="0" cy="0"/>
          <a:chOff x="0" y="0"/>
          <a:chExt cx="0" cy="0"/>
        </a:xfrm>
      </p:grpSpPr>
      <p:pic>
        <p:nvPicPr>
          <p:cNvPr id="4" name="Picture 12"/>
          <p:cNvPicPr>
            <a:picLocks noChangeAspect="1" noChangeArrowheads="1"/>
          </p:cNvPicPr>
          <p:nvPr/>
        </p:nvPicPr>
        <p:blipFill>
          <a:blip r:embed="rId2" cstate="screen"/>
          <a:srcRect/>
          <a:stretch>
            <a:fillRect/>
          </a:stretch>
        </p:blipFill>
        <p:spPr bwMode="auto">
          <a:xfrm>
            <a:off x="0" y="-27384"/>
            <a:ext cx="9175750" cy="6894513"/>
          </a:xfrm>
          <a:prstGeom prst="rect">
            <a:avLst/>
          </a:prstGeom>
          <a:noFill/>
          <a:ln w="9525">
            <a:noFill/>
            <a:miter lim="800000"/>
            <a:headEnd/>
            <a:tailEnd/>
          </a:ln>
        </p:spPr>
      </p:pic>
      <p:sp>
        <p:nvSpPr>
          <p:cNvPr id="14348" name="Rectangle 12"/>
          <p:cNvSpPr>
            <a:spLocks noGrp="1" noChangeArrowheads="1"/>
          </p:cNvSpPr>
          <p:nvPr>
            <p:ph type="ctrTitle"/>
          </p:nvPr>
        </p:nvSpPr>
        <p:spPr>
          <a:xfrm>
            <a:off x="111125" y="1627188"/>
            <a:ext cx="5956300" cy="2451100"/>
          </a:xfrm>
          <a:solidFill>
            <a:schemeClr val="accent1"/>
          </a:solidFill>
          <a:ln w="69850">
            <a:solidFill>
              <a:srgbClr val="FFFFFF"/>
            </a:solidFill>
          </a:ln>
        </p:spPr>
        <p:txBody>
          <a:bodyPr rIns="274320" bIns="137160"/>
          <a:lstStyle>
            <a:lvl1pPr>
              <a:defRPr sz="5000">
                <a:solidFill>
                  <a:schemeClr val="tx1"/>
                </a:solidFill>
              </a:defRPr>
            </a:lvl1pPr>
          </a:lstStyle>
          <a:p>
            <a:r>
              <a:rPr lang="en-US"/>
              <a:t>Click to edit Master title style</a:t>
            </a:r>
            <a:endParaRPr lang="en-GB"/>
          </a:p>
        </p:txBody>
      </p:sp>
      <p:sp>
        <p:nvSpPr>
          <p:cNvPr id="11" name="Text Placeholder 10"/>
          <p:cNvSpPr>
            <a:spLocks noGrp="1"/>
          </p:cNvSpPr>
          <p:nvPr>
            <p:ph type="body" sz="quarter" idx="10"/>
          </p:nvPr>
        </p:nvSpPr>
        <p:spPr>
          <a:xfrm>
            <a:off x="111125" y="4088253"/>
            <a:ext cx="5952744" cy="646331"/>
          </a:xfrm>
          <a:noFill/>
          <a:ln w="69850">
            <a:noFill/>
            <a:miter lim="800000"/>
            <a:headEnd/>
            <a:tailEnd/>
          </a:ln>
        </p:spPr>
        <p:txBody>
          <a:bodyPr tIns="137160" rIns="274320" bIns="137160">
            <a:spAutoFit/>
          </a:bodyPr>
          <a:lstStyle>
            <a:lvl1pPr algn="l" rtl="0" eaLnBrk="0" fontAlgn="base" hangingPunct="0">
              <a:lnSpc>
                <a:spcPct val="100000"/>
              </a:lnSpc>
              <a:spcBef>
                <a:spcPct val="0"/>
              </a:spcBef>
              <a:spcAft>
                <a:spcPct val="0"/>
              </a:spcAft>
              <a:defRPr lang="en-US" sz="2400" smtClean="0">
                <a:solidFill>
                  <a:schemeClr val="tx1"/>
                </a:solidFill>
                <a:latin typeface="+mj-lt"/>
                <a:ea typeface="+mj-ea"/>
                <a:cs typeface="+mj-cs"/>
              </a:defRPr>
            </a:lvl1pPr>
            <a:lvl2pPr algn="l" rtl="0" eaLnBrk="0" fontAlgn="base" hangingPunct="0">
              <a:lnSpc>
                <a:spcPct val="100000"/>
              </a:lnSpc>
              <a:spcBef>
                <a:spcPct val="0"/>
              </a:spcBef>
              <a:spcAft>
                <a:spcPct val="0"/>
              </a:spcAft>
              <a:defRPr lang="en-US" sz="2400" smtClean="0">
                <a:solidFill>
                  <a:schemeClr val="tx1"/>
                </a:solidFill>
                <a:latin typeface="+mj-lt"/>
                <a:ea typeface="+mj-ea"/>
                <a:cs typeface="+mj-cs"/>
              </a:defRPr>
            </a:lvl2pPr>
            <a:lvl3pPr algn="l" rtl="0" eaLnBrk="0" fontAlgn="base" hangingPunct="0">
              <a:lnSpc>
                <a:spcPct val="100000"/>
              </a:lnSpc>
              <a:spcBef>
                <a:spcPct val="0"/>
              </a:spcBef>
              <a:spcAft>
                <a:spcPct val="0"/>
              </a:spcAft>
              <a:defRPr lang="en-US" sz="2400" smtClean="0">
                <a:solidFill>
                  <a:schemeClr val="tx1"/>
                </a:solidFill>
                <a:latin typeface="+mj-lt"/>
                <a:ea typeface="+mj-ea"/>
                <a:cs typeface="+mj-cs"/>
              </a:defRPr>
            </a:lvl3pPr>
            <a:lvl4pPr algn="l" rtl="0" eaLnBrk="0" fontAlgn="base" hangingPunct="0">
              <a:lnSpc>
                <a:spcPct val="100000"/>
              </a:lnSpc>
              <a:spcBef>
                <a:spcPct val="0"/>
              </a:spcBef>
              <a:spcAft>
                <a:spcPct val="0"/>
              </a:spcAft>
              <a:defRPr lang="en-US" sz="2400" smtClean="0">
                <a:solidFill>
                  <a:schemeClr val="tx1"/>
                </a:solidFill>
                <a:latin typeface="+mj-lt"/>
                <a:ea typeface="+mj-ea"/>
                <a:cs typeface="+mj-cs"/>
              </a:defRPr>
            </a:lvl4pPr>
            <a:lvl5pPr algn="l" rtl="0" eaLnBrk="0" fontAlgn="base" hangingPunct="0">
              <a:lnSpc>
                <a:spcPct val="100000"/>
              </a:lnSpc>
              <a:spcBef>
                <a:spcPct val="0"/>
              </a:spcBef>
              <a:spcAft>
                <a:spcPct val="0"/>
              </a:spcAft>
              <a:defRPr lang="en-GB" sz="2400" dirty="0" smtClean="0">
                <a:solidFill>
                  <a:schemeClr val="tx1"/>
                </a:solidFill>
                <a:latin typeface="+mj-lt"/>
                <a:ea typeface="+mj-ea"/>
                <a:cs typeface="+mj-cs"/>
              </a:defRPr>
            </a:lvl5pPr>
          </a:lstStyle>
          <a:p>
            <a:pPr lvl="0"/>
            <a:r>
              <a:rPr lang="en-US"/>
              <a:t>Click to edit Master text styles</a:t>
            </a:r>
          </a:p>
        </p:txBody>
      </p:sp>
    </p:spTree>
  </p:cSld>
  <p:clrMapOvr>
    <a:overrideClrMapping bg1="dk2" tx1="lt1" bg2="dk1"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arge text or full page graph/table">
    <p:spTree>
      <p:nvGrpSpPr>
        <p:cNvPr id="1" name=""/>
        <p:cNvGrpSpPr/>
        <p:nvPr/>
      </p:nvGrpSpPr>
      <p:grpSpPr>
        <a:xfrm>
          <a:off x="0" y="0"/>
          <a:ext cx="0" cy="0"/>
          <a:chOff x="0" y="0"/>
          <a:chExt cx="0" cy="0"/>
        </a:xfrm>
      </p:grpSpPr>
      <p:sp>
        <p:nvSpPr>
          <p:cNvPr id="2" name="Title 1"/>
          <p:cNvSpPr>
            <a:spLocks noGrp="1"/>
          </p:cNvSpPr>
          <p:nvPr>
            <p:ph type="title"/>
          </p:nvPr>
        </p:nvSpPr>
        <p:spPr>
          <a:xfrm>
            <a:off x="146050" y="869950"/>
            <a:ext cx="8851900" cy="646331"/>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noChangeAspect="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mall text or full page image">
    <p:spTree>
      <p:nvGrpSpPr>
        <p:cNvPr id="1" name=""/>
        <p:cNvGrpSpPr/>
        <p:nvPr/>
      </p:nvGrpSpPr>
      <p:grpSpPr>
        <a:xfrm>
          <a:off x="0" y="0"/>
          <a:ext cx="0" cy="0"/>
          <a:chOff x="0" y="0"/>
          <a:chExt cx="0" cy="0"/>
        </a:xfrm>
      </p:grpSpPr>
      <p:sp>
        <p:nvSpPr>
          <p:cNvPr id="2" name="Title 1"/>
          <p:cNvSpPr>
            <a:spLocks noGrp="1"/>
          </p:cNvSpPr>
          <p:nvPr>
            <p:ph type="title"/>
          </p:nvPr>
        </p:nvSpPr>
        <p:spPr>
          <a:xfrm>
            <a:off x="146050" y="869950"/>
            <a:ext cx="8851900" cy="646331"/>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sz="2600"/>
            </a:lvl1pPr>
            <a:lvl2pPr marL="1588" indent="-1588">
              <a:buNone/>
              <a:defRPr sz="2600"/>
            </a:lvl2pPr>
            <a:lvl3pPr marL="228600" indent="-225425">
              <a:defRPr lang="en-US" sz="2600" dirty="0" smtClean="0">
                <a:solidFill>
                  <a:schemeClr val="tx1"/>
                </a:solidFill>
                <a:latin typeface="+mn-lt"/>
              </a:defRPr>
            </a:lvl3pPr>
            <a:lvl4pPr marL="457200" indent="-228600">
              <a:buFont typeface="Arial" pitchFamily="34" charset="0"/>
              <a:buChar char="–"/>
              <a:defRPr lang="en-US" sz="2600" dirty="0" smtClean="0">
                <a:solidFill>
                  <a:schemeClr val="tx1"/>
                </a:solidFill>
                <a:latin typeface="+mn-lt"/>
              </a:defRPr>
            </a:lvl4pPr>
            <a:lvl5pPr marL="682625" indent="-3175" defTabSz="749300">
              <a:buFont typeface="Arial" pitchFamily="34" charset="0"/>
              <a:buNone/>
              <a:defRPr lang="en-US" sz="2000" dirty="0" smtClean="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lus image or content">
    <p:spTree>
      <p:nvGrpSpPr>
        <p:cNvPr id="1" name=""/>
        <p:cNvGrpSpPr/>
        <p:nvPr/>
      </p:nvGrpSpPr>
      <p:grpSpPr>
        <a:xfrm>
          <a:off x="0" y="0"/>
          <a:ext cx="0" cy="0"/>
          <a:chOff x="0" y="0"/>
          <a:chExt cx="0" cy="0"/>
        </a:xfrm>
      </p:grpSpPr>
      <p:sp>
        <p:nvSpPr>
          <p:cNvPr id="2" name="Title 1"/>
          <p:cNvSpPr>
            <a:spLocks noGrp="1"/>
          </p:cNvSpPr>
          <p:nvPr>
            <p:ph type="title"/>
          </p:nvPr>
        </p:nvSpPr>
        <p:spPr>
          <a:xfrm>
            <a:off x="146050" y="869950"/>
            <a:ext cx="8851900" cy="646331"/>
          </a:xfrm>
        </p:spPr>
        <p:txBody>
          <a:bodyPr/>
          <a:lstStyle>
            <a:lvl1pPr>
              <a:defRPr>
                <a:solidFill>
                  <a:schemeClr val="bg1"/>
                </a:solidFill>
              </a:defRPr>
            </a:lvl1pPr>
          </a:lstStyle>
          <a:p>
            <a:r>
              <a:rPr lang="en-US"/>
              <a:t>Click to edit Master title style</a:t>
            </a:r>
            <a:endParaRPr lang="en-GB"/>
          </a:p>
        </p:txBody>
      </p:sp>
      <p:sp>
        <p:nvSpPr>
          <p:cNvPr id="5" name="Content Placeholder 2"/>
          <p:cNvSpPr>
            <a:spLocks noGrp="1"/>
          </p:cNvSpPr>
          <p:nvPr>
            <p:ph idx="1"/>
          </p:nvPr>
        </p:nvSpPr>
        <p:spPr>
          <a:xfrm>
            <a:off x="149225" y="1663700"/>
            <a:ext cx="5591175" cy="5041900"/>
          </a:xfrm>
        </p:spPr>
        <p:txBody>
          <a:bodyPr/>
          <a:lstStyle>
            <a:lvl1pPr>
              <a:defRPr sz="2600"/>
            </a:lvl1pPr>
            <a:lvl2pPr>
              <a:defRPr sz="2600"/>
            </a:lvl2pPr>
            <a:lvl3pPr>
              <a:defRPr sz="2600"/>
            </a:lvl3pPr>
            <a:lvl4pPr>
              <a:defRPr sz="2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2"/>
          <p:cNvSpPr>
            <a:spLocks noGrp="1"/>
          </p:cNvSpPr>
          <p:nvPr>
            <p:ph idx="10"/>
          </p:nvPr>
        </p:nvSpPr>
        <p:spPr>
          <a:xfrm>
            <a:off x="6106668" y="1663700"/>
            <a:ext cx="2870200" cy="5041900"/>
          </a:xfrm>
        </p:spPr>
        <p:txBody>
          <a:bodyPr/>
          <a:lstStyle>
            <a:lvl1pPr>
              <a:defRPr sz="2600"/>
            </a:lvl1pPr>
            <a:lvl2pPr>
              <a:defRPr sz="2600"/>
            </a:lvl2pPr>
            <a:lvl3pPr>
              <a:defRPr sz="2600"/>
            </a:lvl3pPr>
            <a:lvl4pPr>
              <a:defRPr sz="2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2"/>
          <p:cNvPicPr>
            <a:picLocks noChangeAspect="1" noChangeArrowheads="1"/>
          </p:cNvPicPr>
          <p:nvPr/>
        </p:nvPicPr>
        <p:blipFill>
          <a:blip r:embed="rId6" cstate="screen"/>
          <a:srcRect/>
          <a:stretch>
            <a:fillRect/>
          </a:stretch>
        </p:blipFill>
        <p:spPr bwMode="auto">
          <a:xfrm>
            <a:off x="-15875" y="-17463"/>
            <a:ext cx="9175750" cy="6894513"/>
          </a:xfrm>
          <a:prstGeom prst="rect">
            <a:avLst/>
          </a:prstGeom>
          <a:noFill/>
          <a:ln w="9525">
            <a:noFill/>
            <a:miter lim="800000"/>
            <a:headEnd/>
            <a:tailEnd/>
          </a:ln>
        </p:spPr>
      </p:pic>
      <p:sp>
        <p:nvSpPr>
          <p:cNvPr id="2053" name="Rectangle 2"/>
          <p:cNvSpPr>
            <a:spLocks noGrp="1" noChangeArrowheads="1"/>
          </p:cNvSpPr>
          <p:nvPr>
            <p:ph type="title"/>
          </p:nvPr>
        </p:nvSpPr>
        <p:spPr bwMode="auto">
          <a:xfrm>
            <a:off x="146050" y="869950"/>
            <a:ext cx="8851900" cy="646331"/>
          </a:xfrm>
          <a:prstGeom prst="rect">
            <a:avLst/>
          </a:prstGeom>
          <a:solidFill>
            <a:schemeClr val="accent3"/>
          </a:solidFill>
          <a:ln w="9525">
            <a:noFill/>
            <a:miter lim="800000"/>
            <a:headEnd/>
            <a:tailEnd/>
          </a:ln>
        </p:spPr>
        <p:txBody>
          <a:bodyPr vert="horz" wrap="square" lIns="274320" tIns="137160" rIns="228600" bIns="45720" numCol="1" anchor="t" anchorCtr="0" compatLnSpc="1">
            <a:prstTxWarp prst="textNoShape">
              <a:avLst/>
            </a:prstTxWarp>
            <a:spAutoFit/>
          </a:bodyPr>
          <a:lstStyle/>
          <a:p>
            <a:pPr lvl="0"/>
            <a:r>
              <a:rPr lang="en-US"/>
              <a:t>Click to edit Master title style</a:t>
            </a:r>
            <a:endParaRPr lang="en-GB"/>
          </a:p>
        </p:txBody>
      </p:sp>
      <p:sp>
        <p:nvSpPr>
          <p:cNvPr id="2052" name="Rectangle 3"/>
          <p:cNvSpPr>
            <a:spLocks noGrp="1" noChangeArrowheads="1"/>
          </p:cNvSpPr>
          <p:nvPr>
            <p:ph type="body" idx="1"/>
          </p:nvPr>
        </p:nvSpPr>
        <p:spPr bwMode="auto">
          <a:xfrm>
            <a:off x="149225" y="1663700"/>
            <a:ext cx="8839200" cy="5041900"/>
          </a:xfrm>
          <a:prstGeom prst="rect">
            <a:avLst/>
          </a:prstGeom>
          <a:noFill/>
          <a:ln w="9525">
            <a:noFill/>
            <a:miter lim="800000"/>
            <a:headEnd/>
            <a:tailEnd/>
          </a:ln>
        </p:spPr>
        <p:txBody>
          <a:bodyPr vert="horz" wrap="square" lIns="274320" tIns="91440" rIns="0" bIns="0" numCol="1" anchor="t" anchorCtr="0" compatLnSpc="1">
            <a:prstTxWarp prst="textNoShape">
              <a:avLst/>
            </a:prstTxWarp>
          </a:bodyPr>
          <a:lstStyle/>
          <a:p>
            <a:pPr lvl="0"/>
            <a:r>
              <a:rPr lang="en-GB"/>
              <a:t>Top Click to edit Master text styles</a:t>
            </a:r>
          </a:p>
          <a:p>
            <a:pPr lvl="1"/>
            <a:r>
              <a:rPr lang="en-GB"/>
              <a:t>Second level</a:t>
            </a:r>
          </a:p>
          <a:p>
            <a:pPr lvl="2"/>
            <a:r>
              <a:rPr lang="en-GB"/>
              <a:t>Third level</a:t>
            </a:r>
          </a:p>
          <a:p>
            <a:pPr lvl="3"/>
            <a:r>
              <a:rPr lang="en-GB"/>
              <a:t>Fourth level</a:t>
            </a:r>
          </a:p>
        </p:txBody>
      </p:sp>
    </p:spTree>
  </p:cSld>
  <p:clrMap bg1="lt1" tx1="dk1" bg2="lt2" tx2="dk2" accent1="accent1" accent2="accent2" accent3="accent3" accent4="accent4" accent5="accent5" accent6="accent6" hlink="hlink" folHlink="folHlink"/>
  <p:sldLayoutIdLst>
    <p:sldLayoutId id="2147483703" r:id="rId1"/>
    <p:sldLayoutId id="2147483698" r:id="rId2"/>
    <p:sldLayoutId id="2147483701" r:id="rId3"/>
    <p:sldLayoutId id="2147483704" r:id="rId4"/>
  </p:sldLayoutIdLst>
  <p:txStyles>
    <p:titleStyle>
      <a:lvl1pPr algn="l" rtl="0" eaLnBrk="1" fontAlgn="base" hangingPunct="1">
        <a:spcBef>
          <a:spcPct val="0"/>
        </a:spcBef>
        <a:spcAft>
          <a:spcPct val="0"/>
        </a:spcAft>
        <a:defRPr sz="3000">
          <a:solidFill>
            <a:schemeClr val="bg1"/>
          </a:solidFill>
          <a:latin typeface="+mj-lt"/>
          <a:ea typeface="+mj-ea"/>
          <a:cs typeface="+mj-cs"/>
        </a:defRPr>
      </a:lvl1pPr>
      <a:lvl2pPr algn="l" rtl="0" eaLnBrk="1" fontAlgn="base" hangingPunct="1">
        <a:spcBef>
          <a:spcPct val="0"/>
        </a:spcBef>
        <a:spcAft>
          <a:spcPct val="0"/>
        </a:spcAft>
        <a:defRPr sz="3000">
          <a:solidFill>
            <a:schemeClr val="tx2"/>
          </a:solidFill>
          <a:latin typeface="Arial" charset="0"/>
        </a:defRPr>
      </a:lvl2pPr>
      <a:lvl3pPr algn="l" rtl="0" eaLnBrk="1" fontAlgn="base" hangingPunct="1">
        <a:spcBef>
          <a:spcPct val="0"/>
        </a:spcBef>
        <a:spcAft>
          <a:spcPct val="0"/>
        </a:spcAft>
        <a:defRPr sz="3000">
          <a:solidFill>
            <a:schemeClr val="tx2"/>
          </a:solidFill>
          <a:latin typeface="Arial" charset="0"/>
        </a:defRPr>
      </a:lvl3pPr>
      <a:lvl4pPr algn="l" rtl="0" eaLnBrk="1" fontAlgn="base" hangingPunct="1">
        <a:spcBef>
          <a:spcPct val="0"/>
        </a:spcBef>
        <a:spcAft>
          <a:spcPct val="0"/>
        </a:spcAft>
        <a:defRPr sz="3000">
          <a:solidFill>
            <a:schemeClr val="tx2"/>
          </a:solidFill>
          <a:latin typeface="Arial" charset="0"/>
        </a:defRPr>
      </a:lvl4pPr>
      <a:lvl5pPr algn="l" rtl="0" eaLnBrk="1" fontAlgn="base" hangingPunct="1">
        <a:spcBef>
          <a:spcPct val="0"/>
        </a:spcBef>
        <a:spcAft>
          <a:spcPct val="0"/>
        </a:spcAft>
        <a:defRPr sz="3000">
          <a:solidFill>
            <a:schemeClr val="tx2"/>
          </a:solidFill>
          <a:latin typeface="Arial" charset="0"/>
        </a:defRPr>
      </a:lvl5pPr>
      <a:lvl6pPr marL="457200" algn="l" rtl="0" eaLnBrk="1" fontAlgn="base" hangingPunct="1">
        <a:spcBef>
          <a:spcPct val="0"/>
        </a:spcBef>
        <a:spcAft>
          <a:spcPct val="0"/>
        </a:spcAft>
        <a:defRPr sz="3000">
          <a:solidFill>
            <a:schemeClr val="tx2"/>
          </a:solidFill>
          <a:latin typeface="Arial" charset="0"/>
        </a:defRPr>
      </a:lvl6pPr>
      <a:lvl7pPr marL="914400" algn="l" rtl="0" eaLnBrk="1" fontAlgn="base" hangingPunct="1">
        <a:spcBef>
          <a:spcPct val="0"/>
        </a:spcBef>
        <a:spcAft>
          <a:spcPct val="0"/>
        </a:spcAft>
        <a:defRPr sz="3000">
          <a:solidFill>
            <a:schemeClr val="tx2"/>
          </a:solidFill>
          <a:latin typeface="Arial" charset="0"/>
        </a:defRPr>
      </a:lvl7pPr>
      <a:lvl8pPr marL="1371600" algn="l" rtl="0" eaLnBrk="1" fontAlgn="base" hangingPunct="1">
        <a:spcBef>
          <a:spcPct val="0"/>
        </a:spcBef>
        <a:spcAft>
          <a:spcPct val="0"/>
        </a:spcAft>
        <a:defRPr sz="3000">
          <a:solidFill>
            <a:schemeClr val="tx2"/>
          </a:solidFill>
          <a:latin typeface="Arial" charset="0"/>
        </a:defRPr>
      </a:lvl8pPr>
      <a:lvl9pPr marL="1828800" algn="l" rtl="0" eaLnBrk="1" fontAlgn="base" hangingPunct="1">
        <a:spcBef>
          <a:spcPct val="0"/>
        </a:spcBef>
        <a:spcAft>
          <a:spcPct val="0"/>
        </a:spcAft>
        <a:defRPr sz="3000">
          <a:solidFill>
            <a:schemeClr val="tx2"/>
          </a:solidFill>
          <a:latin typeface="Arial" charset="0"/>
        </a:defRPr>
      </a:lvl9pPr>
    </p:titleStyle>
    <p:bodyStyle>
      <a:lvl1pPr algn="l" defTabSz="877888" rtl="0" eaLnBrk="1" fontAlgn="base" hangingPunct="1">
        <a:lnSpc>
          <a:spcPct val="80000"/>
        </a:lnSpc>
        <a:spcBef>
          <a:spcPct val="0"/>
        </a:spcBef>
        <a:spcAft>
          <a:spcPct val="0"/>
        </a:spcAft>
        <a:buFont typeface="Wingdings" pitchFamily="2" charset="2"/>
        <a:defRPr sz="4000">
          <a:solidFill>
            <a:schemeClr val="tx1"/>
          </a:solidFill>
          <a:latin typeface="+mn-lt"/>
          <a:ea typeface="+mn-ea"/>
          <a:cs typeface="+mn-cs"/>
        </a:defRPr>
      </a:lvl1pPr>
      <a:lvl2pPr algn="l" defTabSz="877888" rtl="0" eaLnBrk="1" fontAlgn="base" hangingPunct="1">
        <a:spcBef>
          <a:spcPct val="0"/>
        </a:spcBef>
        <a:spcAft>
          <a:spcPct val="0"/>
        </a:spcAft>
        <a:buFont typeface="Wingdings" pitchFamily="2" charset="2"/>
        <a:defRPr sz="3000">
          <a:solidFill>
            <a:schemeClr val="tx1"/>
          </a:solidFill>
          <a:latin typeface="+mn-lt"/>
        </a:defRPr>
      </a:lvl2pPr>
      <a:lvl3pPr marL="292100" indent="-288925" algn="l" defTabSz="877888" rtl="0" eaLnBrk="1" fontAlgn="base" hangingPunct="1">
        <a:spcBef>
          <a:spcPct val="0"/>
        </a:spcBef>
        <a:spcAft>
          <a:spcPct val="0"/>
        </a:spcAft>
        <a:buClr>
          <a:schemeClr val="accent3"/>
        </a:buClr>
        <a:buSzPct val="80000"/>
        <a:buFont typeface="Wingdings" pitchFamily="2" charset="2"/>
        <a:buChar char="§"/>
        <a:defRPr sz="3000">
          <a:solidFill>
            <a:schemeClr val="tx1"/>
          </a:solidFill>
          <a:latin typeface="+mn-lt"/>
        </a:defRPr>
      </a:lvl3pPr>
      <a:lvl4pPr marL="571500" indent="-292100" algn="l" defTabSz="877888" rtl="0" eaLnBrk="1" fontAlgn="base" hangingPunct="1">
        <a:spcBef>
          <a:spcPct val="0"/>
        </a:spcBef>
        <a:spcAft>
          <a:spcPct val="0"/>
        </a:spcAft>
        <a:buClr>
          <a:schemeClr val="accent3"/>
        </a:buClr>
        <a:buSzPct val="80000"/>
        <a:buFont typeface="Arial" charset="0"/>
        <a:buChar char="–"/>
        <a:defRPr sz="3000">
          <a:solidFill>
            <a:schemeClr val="tx1"/>
          </a:solidFill>
          <a:latin typeface="+mn-lt"/>
        </a:defRPr>
      </a:lvl4pPr>
      <a:lvl5pPr marL="863600" indent="-14288" algn="l" defTabSz="1082675" rtl="0" eaLnBrk="1" fontAlgn="base" hangingPunct="1">
        <a:spcBef>
          <a:spcPct val="0"/>
        </a:spcBef>
        <a:spcAft>
          <a:spcPct val="0"/>
        </a:spcAft>
        <a:buChar char="»"/>
        <a:defRPr sz="2400">
          <a:solidFill>
            <a:schemeClr val="tx1"/>
          </a:solidFill>
          <a:latin typeface="+mn-lt"/>
        </a:defRPr>
      </a:lvl5pPr>
      <a:lvl6pPr marL="1136650" indent="-215900" algn="l" defTabSz="877888" rtl="0" eaLnBrk="1" fontAlgn="base" hangingPunct="1">
        <a:spcBef>
          <a:spcPct val="0"/>
        </a:spcBef>
        <a:spcAft>
          <a:spcPct val="0"/>
        </a:spcAft>
        <a:buFont typeface="Wingdings" pitchFamily="2" charset="2"/>
        <a:buChar char="§"/>
        <a:defRPr sz="3000">
          <a:solidFill>
            <a:schemeClr val="tx1"/>
          </a:solidFill>
          <a:latin typeface="+mn-lt"/>
        </a:defRPr>
      </a:lvl6pPr>
      <a:lvl7pPr marL="1593850" indent="-215900" algn="l" defTabSz="877888" rtl="0" eaLnBrk="1" fontAlgn="base" hangingPunct="1">
        <a:spcBef>
          <a:spcPct val="0"/>
        </a:spcBef>
        <a:spcAft>
          <a:spcPct val="0"/>
        </a:spcAft>
        <a:buFont typeface="Wingdings" pitchFamily="2" charset="2"/>
        <a:buChar char="§"/>
        <a:defRPr sz="3000">
          <a:solidFill>
            <a:schemeClr val="tx1"/>
          </a:solidFill>
          <a:latin typeface="+mn-lt"/>
        </a:defRPr>
      </a:lvl7pPr>
      <a:lvl8pPr marL="2051050" indent="-215900" algn="l" defTabSz="877888" rtl="0" eaLnBrk="1" fontAlgn="base" hangingPunct="1">
        <a:spcBef>
          <a:spcPct val="0"/>
        </a:spcBef>
        <a:spcAft>
          <a:spcPct val="0"/>
        </a:spcAft>
        <a:buFont typeface="Wingdings" pitchFamily="2" charset="2"/>
        <a:buChar char="§"/>
        <a:defRPr sz="3000">
          <a:solidFill>
            <a:schemeClr val="tx1"/>
          </a:solidFill>
          <a:latin typeface="+mn-lt"/>
        </a:defRPr>
      </a:lvl8pPr>
      <a:lvl9pPr marL="2508250" indent="-215900" algn="l" defTabSz="877888" rtl="0" eaLnBrk="1" fontAlgn="base" hangingPunct="1">
        <a:spcBef>
          <a:spcPct val="0"/>
        </a:spcBef>
        <a:spcAft>
          <a:spcPct val="0"/>
        </a:spcAft>
        <a:buFont typeface="Wingdings" pitchFamily="2" charset="2"/>
        <a:buChar char="§"/>
        <a:defRPr sz="3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1124" y="1627188"/>
            <a:ext cx="7917260" cy="3908762"/>
          </a:xfrm>
          <a:solidFill>
            <a:schemeClr val="accent3"/>
          </a:solidFill>
        </p:spPr>
        <p:txBody>
          <a:bodyPr/>
          <a:lstStyle/>
          <a:p>
            <a:r>
              <a:rPr lang="en-US" sz="6000"/>
              <a:t>Child Health and Wellbeing Tracker</a:t>
            </a:r>
            <a:br>
              <a:rPr lang="en-GB" sz="4000"/>
            </a:br>
            <a:br>
              <a:rPr lang="en-GB" sz="4000"/>
            </a:br>
            <a:r>
              <a:rPr lang="en-GB" sz="2000"/>
              <a:t>CE201 – Team Project Challenge</a:t>
            </a:r>
            <a:br>
              <a:rPr lang="en-GB" sz="2000"/>
            </a:br>
            <a:br>
              <a:rPr lang="en-GB" sz="2000"/>
            </a:br>
            <a:r>
              <a:rPr lang="en-US" sz="1800"/>
              <a:t>Team 34: Sneha Tandon, Leo </a:t>
            </a:r>
            <a:r>
              <a:rPr lang="en-US" sz="1800" err="1"/>
              <a:t>Tovell</a:t>
            </a:r>
            <a:r>
              <a:rPr lang="en-US" sz="1800"/>
              <a:t>, Sarfaraz Mohammed, Saif </a:t>
            </a:r>
            <a:r>
              <a:rPr lang="en-US" sz="1800" err="1"/>
              <a:t>Wasi</a:t>
            </a:r>
            <a:r>
              <a:rPr lang="en-US" sz="1800"/>
              <a:t>, Chloe Yammine, Cayan Deniz </a:t>
            </a:r>
            <a:r>
              <a:rPr lang="en-US" sz="1800" err="1"/>
              <a:t>Kucuktopana</a:t>
            </a:r>
            <a:endParaRPr lang="en-GB"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62DC-667C-A370-2CE1-275C79A65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27F39-E49D-3E71-2BDC-209DE92A72E2}"/>
              </a:ext>
            </a:extLst>
          </p:cNvPr>
          <p:cNvSpPr>
            <a:spLocks noGrp="1"/>
          </p:cNvSpPr>
          <p:nvPr>
            <p:ph type="ctrTitle"/>
          </p:nvPr>
        </p:nvSpPr>
        <p:spPr>
          <a:xfrm>
            <a:off x="310617" y="2902151"/>
            <a:ext cx="8522766" cy="1053698"/>
          </a:xfrm>
        </p:spPr>
        <p:txBody>
          <a:bodyPr/>
          <a:lstStyle/>
          <a:p>
            <a:pPr algn="ctr"/>
            <a:r>
              <a:rPr lang="en-GB"/>
              <a:t>Project Overview</a:t>
            </a:r>
          </a:p>
        </p:txBody>
      </p:sp>
    </p:spTree>
    <p:extLst>
      <p:ext uri="{BB962C8B-B14F-4D97-AF65-F5344CB8AC3E}">
        <p14:creationId xmlns:p14="http://schemas.microsoft.com/office/powerpoint/2010/main" val="761106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050" y="869950"/>
            <a:ext cx="8851900" cy="793750"/>
          </a:xfrm>
        </p:spPr>
        <p:txBody>
          <a:bodyPr/>
          <a:lstStyle/>
          <a:p>
            <a:r>
              <a:rPr lang="en-GB"/>
              <a:t>Project Overview</a:t>
            </a:r>
          </a:p>
        </p:txBody>
      </p:sp>
      <p:sp>
        <p:nvSpPr>
          <p:cNvPr id="3" name="Content Placeholder 2"/>
          <p:cNvSpPr>
            <a:spLocks noGrp="1"/>
          </p:cNvSpPr>
          <p:nvPr>
            <p:ph idx="1"/>
          </p:nvPr>
        </p:nvSpPr>
        <p:spPr/>
        <p:txBody>
          <a:bodyPr/>
          <a:lstStyle/>
          <a:p>
            <a:pPr lvl="2">
              <a:buNone/>
            </a:pPr>
            <a:endParaRPr lang="en-GB"/>
          </a:p>
          <a:p>
            <a:pPr lvl="2"/>
            <a:endParaRPr lang="en-GB"/>
          </a:p>
        </p:txBody>
      </p:sp>
      <p:sp>
        <p:nvSpPr>
          <p:cNvPr id="4" name="Rectangle 3"/>
          <p:cNvSpPr/>
          <p:nvPr/>
        </p:nvSpPr>
        <p:spPr>
          <a:xfrm>
            <a:off x="251520" y="1720574"/>
            <a:ext cx="8424936" cy="942181"/>
          </a:xfrm>
          <a:prstGeom prst="rect">
            <a:avLst/>
          </a:prstGeom>
        </p:spPr>
        <p:txBody>
          <a:bodyPr wrap="square" lIns="91440" tIns="45720" rIns="91440" bIns="45720" anchor="t">
            <a:spAutoFit/>
          </a:bodyPr>
          <a:lstStyle/>
          <a:p>
            <a:pPr>
              <a:lnSpc>
                <a:spcPct val="107000"/>
              </a:lnSpc>
              <a:spcAft>
                <a:spcPts val="800"/>
              </a:spcAft>
            </a:pPr>
            <a:r>
              <a:rPr lang="en-US" sz="1400" kern="100">
                <a:effectLst/>
                <a:latin typeface="Aptos"/>
                <a:ea typeface="Aptos" panose="020B0004020202020204" pitchFamily="34" charset="0"/>
                <a:cs typeface="Times New Roman"/>
              </a:rPr>
              <a:t>The Child Health &amp; Well-Being Tracking Software is a tool for parents and caregivers to monitor and manage their children's health. </a:t>
            </a: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026" name="Picture 2" descr="Single Mother With Baby Images – Browse 71,927 Stock Photos, Vectors, and  Video | Adobe Stock">
            <a:extLst>
              <a:ext uri="{FF2B5EF4-FFF2-40B4-BE49-F238E27FC236}">
                <a16:creationId xmlns:a16="http://schemas.microsoft.com/office/drawing/2014/main" id="{30C206AF-FD2C-700D-ADDE-6B09BA581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859" y="2708920"/>
            <a:ext cx="5163784" cy="3442523"/>
          </a:xfrm>
          <a:prstGeom prst="rect">
            <a:avLst/>
          </a:prstGeom>
          <a:noFill/>
          <a:ln w="38100">
            <a:solidFill>
              <a:srgbClr val="007A87"/>
            </a:solidFill>
          </a:ln>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CC755AC-A825-91C2-5B0D-9696FD510EB0}"/>
              </a:ext>
            </a:extLst>
          </p:cNvPr>
          <p:cNvSpPr/>
          <p:nvPr/>
        </p:nvSpPr>
        <p:spPr>
          <a:xfrm>
            <a:off x="248142" y="2381691"/>
            <a:ext cx="3172546" cy="4363310"/>
          </a:xfrm>
          <a:prstGeom prst="rect">
            <a:avLst/>
          </a:prstGeom>
        </p:spPr>
        <p:txBody>
          <a:bodyPr wrap="square" lIns="91440" tIns="45720" rIns="91440" bIns="45720" anchor="t">
            <a:spAutoFit/>
          </a:bodyPr>
          <a:lstStyle/>
          <a:p>
            <a:pPr>
              <a:lnSpc>
                <a:spcPct val="107000"/>
              </a:lnSpc>
              <a:spcAft>
                <a:spcPts val="800"/>
              </a:spcAft>
            </a:pPr>
            <a:r>
              <a:rPr lang="en-US" sz="1400" kern="100">
                <a:effectLst/>
                <a:latin typeface="Aptos"/>
                <a:ea typeface="Aptos" panose="020B0004020202020204" pitchFamily="34" charset="0"/>
                <a:cs typeface="Times New Roman"/>
              </a:rPr>
              <a:t>It provides an intuitive, user-friendly interface for </a:t>
            </a:r>
            <a:r>
              <a:rPr lang="en-US" sz="1400" kern="100">
                <a:latin typeface="Aptos"/>
                <a:ea typeface="Aptos" panose="020B0004020202020204" pitchFamily="34" charset="0"/>
                <a:cs typeface="Times New Roman"/>
              </a:rPr>
              <a:t>the following features:</a:t>
            </a:r>
            <a:endParaRPr lang="en-US" sz="1400">
              <a:cs typeface="Arial"/>
            </a:endParaRPr>
          </a:p>
          <a:p>
            <a:pPr marL="285750" indent="-285750">
              <a:lnSpc>
                <a:spcPct val="107000"/>
              </a:lnSpc>
              <a:spcAft>
                <a:spcPts val="800"/>
              </a:spcAft>
              <a:buFont typeface="Calibri"/>
              <a:buChar char="-"/>
            </a:pPr>
            <a:r>
              <a:rPr lang="en-US" sz="1400" kern="100">
                <a:latin typeface="Aptos"/>
                <a:ea typeface="Aptos" panose="020B0004020202020204" pitchFamily="34" charset="0"/>
                <a:cs typeface="Times New Roman"/>
              </a:rPr>
              <a:t>Sleep Tracking</a:t>
            </a:r>
          </a:p>
          <a:p>
            <a:pPr marL="285750" indent="-285750">
              <a:lnSpc>
                <a:spcPct val="107000"/>
              </a:lnSpc>
              <a:spcAft>
                <a:spcPts val="800"/>
              </a:spcAft>
              <a:buFont typeface="Calibri"/>
              <a:buChar char="-"/>
            </a:pPr>
            <a:r>
              <a:rPr lang="en-US" sz="1400" kern="100">
                <a:latin typeface="Aptos"/>
                <a:ea typeface="Aptos" panose="020B0004020202020204" pitchFamily="34" charset="0"/>
                <a:cs typeface="Times New Roman"/>
              </a:rPr>
              <a:t>Feeding Habits</a:t>
            </a:r>
          </a:p>
          <a:p>
            <a:pPr marL="285750" indent="-285750">
              <a:lnSpc>
                <a:spcPct val="107000"/>
              </a:lnSpc>
              <a:spcAft>
                <a:spcPts val="800"/>
              </a:spcAft>
              <a:buFont typeface="Calibri"/>
              <a:buChar char="-"/>
            </a:pPr>
            <a:r>
              <a:rPr lang="en-US" sz="1400" kern="100">
                <a:latin typeface="Aptos"/>
                <a:ea typeface="Aptos" panose="020B0004020202020204" pitchFamily="34" charset="0"/>
                <a:cs typeface="Times New Roman"/>
              </a:rPr>
              <a:t>Diaper changes</a:t>
            </a:r>
          </a:p>
          <a:p>
            <a:pPr marL="285750" indent="-285750">
              <a:lnSpc>
                <a:spcPct val="107000"/>
              </a:lnSpc>
              <a:spcAft>
                <a:spcPts val="800"/>
              </a:spcAft>
              <a:buFont typeface="Calibri"/>
              <a:buChar char="-"/>
            </a:pPr>
            <a:r>
              <a:rPr lang="en-US" sz="1400" kern="100">
                <a:latin typeface="Aptos"/>
                <a:ea typeface="Aptos" panose="020B0004020202020204" pitchFamily="34" charset="0"/>
                <a:cs typeface="Times New Roman"/>
              </a:rPr>
              <a:t>Temperature tracking</a:t>
            </a:r>
          </a:p>
          <a:p>
            <a:pPr marL="285750" indent="-285750">
              <a:lnSpc>
                <a:spcPct val="107000"/>
              </a:lnSpc>
              <a:spcAft>
                <a:spcPts val="800"/>
              </a:spcAft>
              <a:buFont typeface="Calibri"/>
              <a:buChar char="-"/>
            </a:pPr>
            <a:r>
              <a:rPr lang="en-US" sz="1400" kern="100">
                <a:latin typeface="Aptos"/>
                <a:ea typeface="Aptos" panose="020B0004020202020204" pitchFamily="34" charset="0"/>
                <a:cs typeface="Times New Roman"/>
              </a:rPr>
              <a:t>Overall growth</a:t>
            </a:r>
          </a:p>
          <a:p>
            <a:pPr marL="285750" indent="-285750">
              <a:lnSpc>
                <a:spcPct val="107000"/>
              </a:lnSpc>
              <a:spcAft>
                <a:spcPts val="800"/>
              </a:spcAft>
              <a:buFont typeface="Calibri"/>
              <a:buChar char="-"/>
            </a:pPr>
            <a:r>
              <a:rPr lang="en-US" sz="1400" kern="100">
                <a:latin typeface="Aptos"/>
                <a:ea typeface="Aptos" panose="020B0004020202020204" pitchFamily="34" charset="0"/>
                <a:cs typeface="Times New Roman"/>
              </a:rPr>
              <a:t>Medicine administration</a:t>
            </a:r>
          </a:p>
          <a:p>
            <a:pPr>
              <a:lnSpc>
                <a:spcPct val="107000"/>
              </a:lnSpc>
              <a:spcAft>
                <a:spcPts val="800"/>
              </a:spcAft>
            </a:pPr>
            <a:endParaRPr lang="en-US" sz="1400" kern="100">
              <a:latin typeface="Aptos" panose="020B0004020202020204" pitchFamily="34" charset="0"/>
              <a:ea typeface="Aptos" panose="020B0004020202020204" pitchFamily="34" charset="0"/>
              <a:cs typeface="Times New Roman"/>
            </a:endParaRPr>
          </a:p>
          <a:p>
            <a:pPr>
              <a:lnSpc>
                <a:spcPct val="107000"/>
              </a:lnSpc>
              <a:spcAft>
                <a:spcPts val="800"/>
              </a:spcAft>
            </a:pPr>
            <a:r>
              <a:rPr lang="en-US" sz="1400" kern="100">
                <a:latin typeface="Aptos"/>
                <a:ea typeface="Aptos" panose="020B0004020202020204" pitchFamily="34" charset="0"/>
                <a:cs typeface="Times New Roman"/>
              </a:rPr>
              <a:t>Along with these features, it allows the users to generate PDF report and gain insights into the child's progress</a:t>
            </a:r>
          </a:p>
          <a:p>
            <a:pPr>
              <a:lnSpc>
                <a:spcPct val="107000"/>
              </a:lnSpc>
              <a:spcAft>
                <a:spcPts val="800"/>
              </a:spcAft>
            </a:pPr>
            <a:r>
              <a:rPr lang="en-US" kern="100">
                <a:latin typeface="Aptos"/>
                <a:ea typeface="Aptos" panose="020B0004020202020204" pitchFamily="34" charset="0"/>
                <a:cs typeface="Times New Roman"/>
              </a:rPr>
              <a:t> </a:t>
            </a:r>
            <a:r>
              <a:rPr lang="en-US" kern="100">
                <a:effectLst/>
                <a:latin typeface="Aptos"/>
                <a:ea typeface="Aptos" panose="020B0004020202020204" pitchFamily="34" charset="0"/>
                <a:cs typeface="Times New Roman"/>
              </a:rPr>
              <a:t> </a:t>
            </a:r>
            <a:endParaRPr lang="en-US">
              <a:cs typeface="Arial"/>
            </a:endParaRPr>
          </a:p>
          <a:p>
            <a:endParaRPr lang="en-GB" sz="1400">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7B6E0-5936-DFC3-13D0-A6ECC8EF1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C73CF-635F-96AA-8D09-45D5754A3ED7}"/>
              </a:ext>
            </a:extLst>
          </p:cNvPr>
          <p:cNvSpPr>
            <a:spLocks noGrp="1"/>
          </p:cNvSpPr>
          <p:nvPr>
            <p:ph type="ctrTitle"/>
          </p:nvPr>
        </p:nvSpPr>
        <p:spPr>
          <a:xfrm>
            <a:off x="310617" y="2902151"/>
            <a:ext cx="8522766" cy="1053698"/>
          </a:xfrm>
        </p:spPr>
        <p:txBody>
          <a:bodyPr/>
          <a:lstStyle/>
          <a:p>
            <a:pPr algn="ctr"/>
            <a:r>
              <a:rPr lang="en-GB"/>
              <a:t>Technical Implementation</a:t>
            </a:r>
          </a:p>
        </p:txBody>
      </p:sp>
    </p:spTree>
    <p:extLst>
      <p:ext uri="{BB962C8B-B14F-4D97-AF65-F5344CB8AC3E}">
        <p14:creationId xmlns:p14="http://schemas.microsoft.com/office/powerpoint/2010/main" val="2811952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FF34-48C4-A5F3-8078-85C23DB49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D8D9F-84F8-27D0-7CC3-AAAB765BB281}"/>
              </a:ext>
            </a:extLst>
          </p:cNvPr>
          <p:cNvSpPr>
            <a:spLocks noGrp="1"/>
          </p:cNvSpPr>
          <p:nvPr>
            <p:ph type="title"/>
          </p:nvPr>
        </p:nvSpPr>
        <p:spPr>
          <a:xfrm>
            <a:off x="146050" y="869950"/>
            <a:ext cx="8851900" cy="793750"/>
          </a:xfrm>
        </p:spPr>
        <p:txBody>
          <a:bodyPr/>
          <a:lstStyle/>
          <a:p>
            <a:r>
              <a:rPr lang="en-GB"/>
              <a:t>Technical Implementation</a:t>
            </a:r>
          </a:p>
        </p:txBody>
      </p:sp>
      <p:sp>
        <p:nvSpPr>
          <p:cNvPr id="6" name="Rectangle 5">
            <a:extLst>
              <a:ext uri="{FF2B5EF4-FFF2-40B4-BE49-F238E27FC236}">
                <a16:creationId xmlns:a16="http://schemas.microsoft.com/office/drawing/2014/main" id="{FFB9B853-1409-33C6-B4E7-F1FB76BAE722}"/>
              </a:ext>
            </a:extLst>
          </p:cNvPr>
          <p:cNvSpPr/>
          <p:nvPr/>
        </p:nvSpPr>
        <p:spPr>
          <a:xfrm>
            <a:off x="562797" y="2007979"/>
            <a:ext cx="8435153" cy="674928"/>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The project follows a modular scalable architecture to ensure scalability and maintainability, moreover, it follows MVP (model – view – presenter</a:t>
            </a:r>
            <a:r>
              <a:rPr lang="en-US" sz="1800" kern="100">
                <a:latin typeface="Aptos" panose="020B0004020202020204" pitchFamily="34" charset="0"/>
                <a:ea typeface="Aptos" panose="020B0004020202020204" pitchFamily="34" charset="0"/>
                <a:cs typeface="Times New Roman" panose="02020603050405020304" pitchFamily="18" charset="0"/>
              </a:rPr>
              <a:t>) pattern.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028" name="Picture 4">
            <a:extLst>
              <a:ext uri="{FF2B5EF4-FFF2-40B4-BE49-F238E27FC236}">
                <a16:creationId xmlns:a16="http://schemas.microsoft.com/office/drawing/2014/main" id="{6409BB2C-3548-F296-DAA1-6CA229D7B1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b="11151"/>
          <a:stretch/>
        </p:blipFill>
        <p:spPr bwMode="auto">
          <a:xfrm>
            <a:off x="1591678" y="2996952"/>
            <a:ext cx="5960643" cy="3168745"/>
          </a:xfrm>
          <a:prstGeom prst="rect">
            <a:avLst/>
          </a:prstGeom>
          <a:noFill/>
          <a:ln w="38100">
            <a:solidFill>
              <a:srgbClr val="007A87"/>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42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55062-3564-6550-10C7-1B6185912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04D57-C0D7-62F8-9B93-D44031D17A4E}"/>
              </a:ext>
            </a:extLst>
          </p:cNvPr>
          <p:cNvSpPr>
            <a:spLocks noGrp="1"/>
          </p:cNvSpPr>
          <p:nvPr>
            <p:ph type="title"/>
          </p:nvPr>
        </p:nvSpPr>
        <p:spPr>
          <a:xfrm>
            <a:off x="146050" y="869950"/>
            <a:ext cx="8851900" cy="793750"/>
          </a:xfrm>
        </p:spPr>
        <p:txBody>
          <a:bodyPr/>
          <a:lstStyle/>
          <a:p>
            <a:r>
              <a:rPr lang="en-GB"/>
              <a:t>Technical Implementation</a:t>
            </a:r>
          </a:p>
        </p:txBody>
      </p:sp>
      <p:sp>
        <p:nvSpPr>
          <p:cNvPr id="7" name="Rectangle 6">
            <a:extLst>
              <a:ext uri="{FF2B5EF4-FFF2-40B4-BE49-F238E27FC236}">
                <a16:creationId xmlns:a16="http://schemas.microsoft.com/office/drawing/2014/main" id="{99A5668B-0205-FC80-ABCF-C7CB01C44710}"/>
              </a:ext>
            </a:extLst>
          </p:cNvPr>
          <p:cNvSpPr/>
          <p:nvPr/>
        </p:nvSpPr>
        <p:spPr>
          <a:xfrm>
            <a:off x="539552" y="2276872"/>
            <a:ext cx="1800200" cy="3171253"/>
          </a:xfrm>
          <a:prstGeom prst="rect">
            <a:avLst/>
          </a:prstGeom>
        </p:spPr>
        <p:txBody>
          <a:bodyPr wrap="square" lIns="91440" tIns="45720" rIns="91440" bIns="45720" anchor="t">
            <a:spAutoFit/>
          </a:bodyPr>
          <a:lstStyle/>
          <a:p>
            <a:pPr>
              <a:lnSpc>
                <a:spcPct val="107000"/>
              </a:lnSpc>
              <a:spcAft>
                <a:spcPts val="800"/>
              </a:spcAft>
            </a:pPr>
            <a:r>
              <a:rPr lang="en-US" sz="1800" b="1" kern="100">
                <a:effectLst/>
                <a:latin typeface="Aptos" panose="020B0004020202020204" pitchFamily="34" charset="0"/>
                <a:ea typeface="Aptos" panose="020B0004020202020204" pitchFamily="34" charset="0"/>
                <a:cs typeface="Times New Roman" panose="02020603050405020304" pitchFamily="18" charset="0"/>
              </a:rPr>
              <a:t>Frontend:</a:t>
            </a:r>
          </a:p>
          <a:p>
            <a:pPr marL="342900" indent="-342900">
              <a:lnSpc>
                <a:spcPct val="107000"/>
              </a:lnSpc>
              <a:spcAft>
                <a:spcPts val="800"/>
              </a:spcAft>
              <a:buAutoNum type="alphaL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JavaFX</a:t>
            </a:r>
          </a:p>
          <a:p>
            <a:pPr marL="342900" indent="-342900">
              <a:lnSpc>
                <a:spcPct val="107000"/>
              </a:lnSpc>
              <a:spcAft>
                <a:spcPts val="800"/>
              </a:spcAft>
              <a:buAutoNum type="alphaLcParenR"/>
            </a:pPr>
            <a:r>
              <a:rPr lang="en-US" sz="1800" kern="100">
                <a:latin typeface="Aptos" panose="020B0004020202020204" pitchFamily="34" charset="0"/>
                <a:ea typeface="Aptos" panose="020B0004020202020204" pitchFamily="34" charset="0"/>
                <a:cs typeface="Times New Roman" panose="02020603050405020304" pitchFamily="18" charset="0"/>
              </a:rPr>
              <a:t>Swing</a:t>
            </a: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b="1" kern="100">
                <a:latin typeface="Aptos"/>
                <a:ea typeface="Aptos" panose="020B0004020202020204" pitchFamily="34" charset="0"/>
                <a:cs typeface="Times New Roman"/>
              </a:rPr>
              <a:t>Backend:</a:t>
            </a:r>
          </a:p>
          <a:p>
            <a:pPr marL="342900" indent="-342900">
              <a:lnSpc>
                <a:spcPct val="107000"/>
              </a:lnSpc>
              <a:spcAft>
                <a:spcPts val="800"/>
              </a:spcAft>
              <a:buAutoNum type="alphaL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JDBC</a:t>
            </a:r>
          </a:p>
          <a:p>
            <a:pPr marL="342900" indent="-342900">
              <a:lnSpc>
                <a:spcPct val="107000"/>
              </a:lnSpc>
              <a:spcAft>
                <a:spcPts val="800"/>
              </a:spcAft>
              <a:buAutoNum type="alphaLcParenR"/>
            </a:pPr>
            <a:r>
              <a:rPr lang="en-US" sz="1800" kern="100">
                <a:latin typeface="Aptos" panose="020B0004020202020204" pitchFamily="34" charset="0"/>
                <a:ea typeface="Aptos" panose="020B0004020202020204" pitchFamily="34" charset="0"/>
                <a:cs typeface="Times New Roman" panose="02020603050405020304" pitchFamily="18" charset="0"/>
              </a:rPr>
              <a:t>Junit</a:t>
            </a: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920FA0D-538C-1705-D272-C02EC00D00DB}"/>
              </a:ext>
            </a:extLst>
          </p:cNvPr>
          <p:cNvSpPr txBox="1"/>
          <p:nvPr/>
        </p:nvSpPr>
        <p:spPr>
          <a:xfrm>
            <a:off x="2555776" y="2276872"/>
            <a:ext cx="6192688" cy="3570208"/>
          </a:xfrm>
          <a:prstGeom prst="rect">
            <a:avLst/>
          </a:prstGeom>
          <a:noFill/>
        </p:spPr>
        <p:txBody>
          <a:bodyPr wrap="square">
            <a:spAutoFit/>
          </a:bodyPr>
          <a:lstStyle/>
          <a:p>
            <a:pPr>
              <a:lnSpc>
                <a:spcPct val="107000"/>
              </a:lnSpc>
              <a:spcAft>
                <a:spcPts val="800"/>
              </a:spcAft>
            </a:pPr>
            <a:r>
              <a:rPr lang="en-US" sz="1800" b="1" kern="100">
                <a:effectLst/>
                <a:latin typeface="Aptos" panose="020B0004020202020204" pitchFamily="34" charset="0"/>
                <a:ea typeface="Aptos" panose="020B0004020202020204" pitchFamily="34" charset="0"/>
                <a:cs typeface="Times New Roman" panose="02020603050405020304" pitchFamily="18" charset="0"/>
              </a:rPr>
              <a:t>Database:</a:t>
            </a:r>
            <a:r>
              <a:rPr lang="en-US" sz="1800" kern="100">
                <a:effectLst/>
                <a:latin typeface="Aptos" panose="020B0004020202020204" pitchFamily="34" charset="0"/>
                <a:ea typeface="Aptos" panose="020B0004020202020204" pitchFamily="34" charset="0"/>
                <a:cs typeface="Times New Roman" panose="02020603050405020304" pitchFamily="18" charset="0"/>
              </a:rPr>
              <a:t> </a:t>
            </a:r>
          </a:p>
          <a:p>
            <a:pPr marL="342900" indent="-342900">
              <a:lnSpc>
                <a:spcPct val="107000"/>
              </a:lnSpc>
              <a:spcAft>
                <a:spcPts val="800"/>
              </a:spcAft>
              <a:buAutoNum type="alphaLcParenR"/>
            </a:pPr>
            <a:r>
              <a:rPr lang="en-US" sz="1800" kern="100" err="1">
                <a:latin typeface="Aptos" panose="020B0004020202020204" pitchFamily="34" charset="0"/>
                <a:ea typeface="Aptos" panose="020B0004020202020204" pitchFamily="34" charset="0"/>
                <a:cs typeface="Times New Roman" panose="02020603050405020304" pitchFamily="18" charset="0"/>
              </a:rPr>
              <a:t>Postgresql</a:t>
            </a:r>
            <a:endParaRPr lang="en-US" sz="1800" kern="10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07000"/>
              </a:lnSpc>
              <a:spcAft>
                <a:spcPts val="800"/>
              </a:spcAft>
              <a:buAutoNum type="alphaLcParenR"/>
            </a:pPr>
            <a:r>
              <a:rPr lang="en-US" sz="1800" kern="100">
                <a:latin typeface="Aptos" panose="020B0004020202020204" pitchFamily="34" charset="0"/>
                <a:ea typeface="Aptos" panose="020B0004020202020204" pitchFamily="34" charset="0"/>
                <a:cs typeface="Times New Roman" panose="02020603050405020304" pitchFamily="18" charset="0"/>
              </a:rPr>
              <a:t>JDBC</a:t>
            </a:r>
          </a:p>
          <a:p>
            <a:pPr marL="342900" indent="-342900">
              <a:lnSpc>
                <a:spcPct val="107000"/>
              </a:lnSpc>
              <a:spcAft>
                <a:spcPts val="800"/>
              </a:spcAft>
              <a:buAutoNum type="alphaLcParenR"/>
            </a:pPr>
            <a:r>
              <a:rPr lang="en-US" sz="1800" kern="100">
                <a:latin typeface="Aptos" panose="020B0004020202020204" pitchFamily="34" charset="0"/>
                <a:ea typeface="Aptos" panose="020B0004020202020204" pitchFamily="34" charset="0"/>
                <a:cs typeface="Times New Roman" panose="02020603050405020304" pitchFamily="18" charset="0"/>
              </a:rPr>
              <a:t>TXT File Storing (Configuration, Settings &amp; Parameters)</a:t>
            </a:r>
          </a:p>
          <a:p>
            <a:pPr marL="342900" indent="-342900">
              <a:lnSpc>
                <a:spcPct val="107000"/>
              </a:lnSpc>
              <a:spcAft>
                <a:spcPts val="800"/>
              </a:spcAft>
              <a:buAutoNum type="alphaLcParenR"/>
            </a:pPr>
            <a:endParaRPr lang="en-US" sz="1800" kern="10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b="1" kern="100">
                <a:latin typeface="Aptos" panose="020B0004020202020204" pitchFamily="34" charset="0"/>
                <a:ea typeface="Aptos" panose="020B0004020202020204" pitchFamily="34" charset="0"/>
                <a:cs typeface="Times New Roman" panose="02020603050405020304" pitchFamily="18" charset="0"/>
              </a:rPr>
              <a:t>Data Analytics &amp; Reporting:</a:t>
            </a:r>
          </a:p>
          <a:p>
            <a:pPr marL="342900" indent="-342900">
              <a:lnSpc>
                <a:spcPct val="107000"/>
              </a:lnSpc>
              <a:spcAft>
                <a:spcPts val="800"/>
              </a:spcAft>
              <a:buAutoNum type="alphaLcParenR"/>
            </a:pPr>
            <a:r>
              <a:rPr lang="en-US" sz="1800" kern="100" err="1">
                <a:latin typeface="Aptos" panose="020B0004020202020204" pitchFamily="34" charset="0"/>
                <a:ea typeface="Aptos" panose="020B0004020202020204" pitchFamily="34" charset="0"/>
                <a:cs typeface="Times New Roman" panose="02020603050405020304" pitchFamily="18" charset="0"/>
              </a:rPr>
              <a:t>JFreeChart</a:t>
            </a:r>
            <a:endParaRPr lang="en-US" sz="1800" kern="10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07000"/>
              </a:lnSpc>
              <a:spcAft>
                <a:spcPts val="800"/>
              </a:spcAft>
              <a:buAutoNum type="alphaLcParenR"/>
            </a:pPr>
            <a:r>
              <a:rPr lang="en-US" sz="1800" kern="100" err="1">
                <a:latin typeface="Aptos" panose="020B0004020202020204" pitchFamily="34" charset="0"/>
                <a:ea typeface="Aptos" panose="020B0004020202020204" pitchFamily="34" charset="0"/>
                <a:cs typeface="Times New Roman" panose="02020603050405020304" pitchFamily="18" charset="0"/>
              </a:rPr>
              <a:t>JfreeUnit</a:t>
            </a:r>
            <a:endParaRPr lang="en-US" sz="1800" kern="10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07000"/>
              </a:lnSpc>
              <a:spcAft>
                <a:spcPts val="800"/>
              </a:spcAft>
              <a:buAutoNum type="alphaLcParenR"/>
            </a:pPr>
            <a:r>
              <a:rPr lang="en-US" sz="1800" kern="100" err="1">
                <a:latin typeface="Aptos" panose="020B0004020202020204" pitchFamily="34" charset="0"/>
                <a:ea typeface="Aptos" panose="020B0004020202020204" pitchFamily="34" charset="0"/>
                <a:cs typeface="Times New Roman" panose="02020603050405020304" pitchFamily="18" charset="0"/>
              </a:rPr>
              <a:t>iTextPDF</a:t>
            </a:r>
            <a:endParaRPr lang="en-US" sz="1800" kern="10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6552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DBB85-9396-0089-D269-CA4A4FE04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6E1AC-1BA9-48F3-909F-6B5565500747}"/>
              </a:ext>
            </a:extLst>
          </p:cNvPr>
          <p:cNvSpPr>
            <a:spLocks noGrp="1"/>
          </p:cNvSpPr>
          <p:nvPr>
            <p:ph type="ctrTitle"/>
          </p:nvPr>
        </p:nvSpPr>
        <p:spPr>
          <a:xfrm>
            <a:off x="310617" y="2521059"/>
            <a:ext cx="8522766" cy="1815882"/>
          </a:xfrm>
        </p:spPr>
        <p:txBody>
          <a:bodyPr/>
          <a:lstStyle/>
          <a:p>
            <a:pPr algn="ctr"/>
            <a:r>
              <a:rPr lang="en-GB"/>
              <a:t>Demonstration of the </a:t>
            </a:r>
            <a:br>
              <a:rPr lang="en-GB"/>
            </a:br>
            <a:r>
              <a:rPr lang="en-GB"/>
              <a:t>Final Product</a:t>
            </a:r>
          </a:p>
        </p:txBody>
      </p:sp>
    </p:spTree>
    <p:extLst>
      <p:ext uri="{BB962C8B-B14F-4D97-AF65-F5344CB8AC3E}">
        <p14:creationId xmlns:p14="http://schemas.microsoft.com/office/powerpoint/2010/main" val="297198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2BC6C-8698-7287-4B6D-46B430FDE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5626B-CFA0-C4F5-F3B2-F49475BD37B0}"/>
              </a:ext>
            </a:extLst>
          </p:cNvPr>
          <p:cNvSpPr>
            <a:spLocks noGrp="1"/>
          </p:cNvSpPr>
          <p:nvPr>
            <p:ph type="title"/>
          </p:nvPr>
        </p:nvSpPr>
        <p:spPr>
          <a:xfrm>
            <a:off x="146050" y="869950"/>
            <a:ext cx="8851900" cy="793750"/>
          </a:xfrm>
        </p:spPr>
        <p:txBody>
          <a:bodyPr/>
          <a:lstStyle/>
          <a:p>
            <a:r>
              <a:rPr lang="en-GB"/>
              <a:t>Demonstration of the Final Product</a:t>
            </a:r>
          </a:p>
        </p:txBody>
      </p:sp>
      <p:sp>
        <p:nvSpPr>
          <p:cNvPr id="4" name="Rectangle 3">
            <a:extLst>
              <a:ext uri="{FF2B5EF4-FFF2-40B4-BE49-F238E27FC236}">
                <a16:creationId xmlns:a16="http://schemas.microsoft.com/office/drawing/2014/main" id="{79EB7FF8-0E81-B15F-40BE-18A0FDC27172}"/>
              </a:ext>
            </a:extLst>
          </p:cNvPr>
          <p:cNvSpPr/>
          <p:nvPr/>
        </p:nvSpPr>
        <p:spPr>
          <a:xfrm>
            <a:off x="158751" y="1919982"/>
            <a:ext cx="8839199" cy="4938018"/>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The core features </a:t>
            </a:r>
            <a:r>
              <a:rPr lang="en-US" sz="1800" kern="100">
                <a:latin typeface="Aptos" panose="020B0004020202020204" pitchFamily="34" charset="0"/>
                <a:ea typeface="Aptos" panose="020B0004020202020204" pitchFamily="34" charset="0"/>
                <a:cs typeface="Times New Roman" panose="02020603050405020304" pitchFamily="18" charset="0"/>
              </a:rPr>
              <a:t>of our application include: </a:t>
            </a:r>
          </a:p>
          <a:p>
            <a:pPr marL="342900" indent="-342900">
              <a:lnSpc>
                <a:spcPct val="107000"/>
              </a:lnSpc>
              <a:spcAft>
                <a:spcPts val="800"/>
              </a:spcAft>
              <a:buAutoNum type="arabi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User regis</a:t>
            </a:r>
            <a:r>
              <a:rPr lang="en-US" sz="1800" kern="100">
                <a:latin typeface="Aptos" panose="020B0004020202020204" pitchFamily="34" charset="0"/>
                <a:ea typeface="Aptos" panose="020B0004020202020204" pitchFamily="34" charset="0"/>
                <a:cs typeface="Times New Roman" panose="02020603050405020304" pitchFamily="18" charset="0"/>
              </a:rPr>
              <a:t>tration and profile management – stakeholders can create an account and manage their profiles for tracking child health data. Users sign up with basic details and once logged in, they can create children’s profile(s) which will be stored in the database.</a:t>
            </a:r>
          </a:p>
          <a:p>
            <a:pPr marL="342900" indent="-342900">
              <a:lnSpc>
                <a:spcPct val="107000"/>
              </a:lnSpc>
              <a:spcAft>
                <a:spcPts val="800"/>
              </a:spcAft>
              <a:buAutoNum type="arabicParenR"/>
            </a:pPr>
            <a:r>
              <a:rPr lang="en-US" sz="1800" kern="100">
                <a:latin typeface="Aptos" panose="020B0004020202020204" pitchFamily="34" charset="0"/>
                <a:ea typeface="Aptos" panose="020B0004020202020204" pitchFamily="34" charset="0"/>
                <a:cs typeface="Times New Roman" panose="02020603050405020304" pitchFamily="18" charset="0"/>
              </a:rPr>
              <a:t>Child health data tracking – enables users to log and track key health metrics which include growth, sleep, feeding &amp; more. The data entered can be height, weight, hours of sleep, type of food, medication, temperature, etc. This data can be saved and updated anytime.</a:t>
            </a:r>
          </a:p>
          <a:p>
            <a:pPr marL="342900" indent="-342900">
              <a:lnSpc>
                <a:spcPct val="107000"/>
              </a:lnSpc>
              <a:spcAft>
                <a:spcPts val="800"/>
              </a:spcAft>
              <a:buAutoNum type="arabi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Visualization and reports – provides visual insights and reports based on the data tracked, which helps parents/caregivers/doctors to make informed decisions. The data entered is analyzed and displayed in the form of graphs &amp; charts. These will display the data entered over time</a:t>
            </a:r>
            <a:r>
              <a:rPr lang="en-US" sz="1800" kern="100">
                <a:latin typeface="Aptos" panose="020B0004020202020204" pitchFamily="34" charset="0"/>
                <a:ea typeface="Aptos" panose="020B0004020202020204" pitchFamily="34" charset="0"/>
                <a:cs typeface="Times New Roman" panose="02020603050405020304" pitchFamily="18" charset="0"/>
              </a:rPr>
              <a:t>, additionally, reports can be generated in a PDF form with overall information.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6951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4DA63-D0BC-A0A0-612A-687A5E87B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B78C4-5806-F495-244C-8E87A8F28BFD}"/>
              </a:ext>
            </a:extLst>
          </p:cNvPr>
          <p:cNvSpPr>
            <a:spLocks noGrp="1"/>
          </p:cNvSpPr>
          <p:nvPr>
            <p:ph type="title"/>
          </p:nvPr>
        </p:nvSpPr>
        <p:spPr>
          <a:xfrm>
            <a:off x="146050" y="869950"/>
            <a:ext cx="8851900" cy="793750"/>
          </a:xfrm>
        </p:spPr>
        <p:txBody>
          <a:bodyPr/>
          <a:lstStyle/>
          <a:p>
            <a:r>
              <a:rPr lang="en-GB"/>
              <a:t>Demonstration of the Final Product</a:t>
            </a:r>
          </a:p>
        </p:txBody>
      </p:sp>
      <p:sp>
        <p:nvSpPr>
          <p:cNvPr id="4" name="Rectangle 3">
            <a:extLst>
              <a:ext uri="{FF2B5EF4-FFF2-40B4-BE49-F238E27FC236}">
                <a16:creationId xmlns:a16="http://schemas.microsoft.com/office/drawing/2014/main" id="{3E340F4B-F913-F7A0-4E46-F4D368B208ED}"/>
              </a:ext>
            </a:extLst>
          </p:cNvPr>
          <p:cNvSpPr/>
          <p:nvPr/>
        </p:nvSpPr>
        <p:spPr>
          <a:xfrm>
            <a:off x="158751" y="1919982"/>
            <a:ext cx="8839199" cy="3159839"/>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4) Health history tracking – tracking a child’s health history which can include past illness, doctors visit, and treatments. This feature allows the users to enter historical health information which can be accessed anytime. </a:t>
            </a:r>
          </a:p>
          <a:p>
            <a:pPr>
              <a:lnSpc>
                <a:spcPct val="107000"/>
              </a:lnSpc>
              <a:spcAft>
                <a:spcPts val="800"/>
              </a:spcAft>
            </a:pPr>
            <a:r>
              <a:rPr lang="en-US" sz="1800" kern="100">
                <a:latin typeface="Aptos" panose="020B0004020202020204" pitchFamily="34" charset="0"/>
                <a:ea typeface="Aptos" panose="020B0004020202020204" pitchFamily="34" charset="0"/>
                <a:cs typeface="Times New Roman" panose="02020603050405020304" pitchFamily="18" charset="0"/>
              </a:rPr>
              <a:t>5) Multi-user support – allows the user to add multiple children under the same user account.</a:t>
            </a: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6) Data exported in the PDF</a:t>
            </a:r>
            <a:r>
              <a:rPr lang="en-US" sz="1800" kern="100">
                <a:latin typeface="Aptos" panose="020B0004020202020204" pitchFamily="34" charset="0"/>
                <a:ea typeface="Aptos" panose="020B0004020202020204" pitchFamily="34" charset="0"/>
                <a:cs typeface="Times New Roman" panose="02020603050405020304" pitchFamily="18" charset="0"/>
              </a:rPr>
              <a:t>, graph, and chart form which is mentioned before.</a:t>
            </a: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7) Dashboard – a</a:t>
            </a:r>
            <a:r>
              <a:rPr lang="en-US" sz="1800" kern="100">
                <a:latin typeface="Aptos" panose="020B0004020202020204" pitchFamily="34" charset="0"/>
                <a:ea typeface="Aptos" panose="020B0004020202020204" pitchFamily="34" charset="0"/>
                <a:cs typeface="Times New Roman" panose="02020603050405020304" pitchFamily="18" charset="0"/>
              </a:rPr>
              <a:t> user-friendly interface for managing health data. This way all sections can be seen and can be accessed by the user easily.</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40164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69AE-7327-B5B2-36D4-63BFD172E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66DC4-1BBC-FE98-8D7F-39BCC8A8A01C}"/>
              </a:ext>
            </a:extLst>
          </p:cNvPr>
          <p:cNvSpPr>
            <a:spLocks noGrp="1"/>
          </p:cNvSpPr>
          <p:nvPr>
            <p:ph type="ctrTitle"/>
          </p:nvPr>
        </p:nvSpPr>
        <p:spPr>
          <a:xfrm>
            <a:off x="310617" y="2521059"/>
            <a:ext cx="8522766" cy="1815882"/>
          </a:xfrm>
        </p:spPr>
        <p:txBody>
          <a:bodyPr/>
          <a:lstStyle/>
          <a:p>
            <a:pPr algn="ctr"/>
            <a:r>
              <a:rPr lang="en-GB"/>
              <a:t>Project Management and Development Process</a:t>
            </a:r>
          </a:p>
        </p:txBody>
      </p:sp>
    </p:spTree>
    <p:extLst>
      <p:ext uri="{BB962C8B-B14F-4D97-AF65-F5344CB8AC3E}">
        <p14:creationId xmlns:p14="http://schemas.microsoft.com/office/powerpoint/2010/main" val="3233821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6C62F-4EF0-7A63-1C77-D62A3D35C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07191-938B-71AF-9357-571B025899B0}"/>
              </a:ext>
            </a:extLst>
          </p:cNvPr>
          <p:cNvSpPr>
            <a:spLocks noGrp="1"/>
          </p:cNvSpPr>
          <p:nvPr>
            <p:ph type="title"/>
          </p:nvPr>
        </p:nvSpPr>
        <p:spPr>
          <a:xfrm>
            <a:off x="146050" y="869950"/>
            <a:ext cx="8851900" cy="793750"/>
          </a:xfrm>
        </p:spPr>
        <p:txBody>
          <a:bodyPr/>
          <a:lstStyle/>
          <a:p>
            <a:r>
              <a:rPr lang="en-GB"/>
              <a:t>Project Management and Development Process</a:t>
            </a:r>
          </a:p>
        </p:txBody>
      </p:sp>
      <p:sp>
        <p:nvSpPr>
          <p:cNvPr id="3" name="Content Placeholder 2">
            <a:extLst>
              <a:ext uri="{FF2B5EF4-FFF2-40B4-BE49-F238E27FC236}">
                <a16:creationId xmlns:a16="http://schemas.microsoft.com/office/drawing/2014/main" id="{2DBD6FD6-92A7-BF0C-6D88-BFA85780EF02}"/>
              </a:ext>
            </a:extLst>
          </p:cNvPr>
          <p:cNvSpPr>
            <a:spLocks noGrp="1"/>
          </p:cNvSpPr>
          <p:nvPr>
            <p:ph idx="1"/>
          </p:nvPr>
        </p:nvSpPr>
        <p:spPr/>
        <p:txBody>
          <a:bodyPr/>
          <a:lstStyle/>
          <a:p>
            <a:pPr lvl="2">
              <a:buNone/>
            </a:pPr>
            <a:endParaRPr lang="en-GB"/>
          </a:p>
          <a:p>
            <a:pPr lvl="2"/>
            <a:endParaRPr lang="en-GB"/>
          </a:p>
        </p:txBody>
      </p:sp>
      <p:sp>
        <p:nvSpPr>
          <p:cNvPr id="8" name="Rectangle 7">
            <a:extLst>
              <a:ext uri="{FF2B5EF4-FFF2-40B4-BE49-F238E27FC236}">
                <a16:creationId xmlns:a16="http://schemas.microsoft.com/office/drawing/2014/main" id="{AD8F92F0-6E69-046A-8BBD-FC722EF29D9F}"/>
              </a:ext>
            </a:extLst>
          </p:cNvPr>
          <p:cNvSpPr/>
          <p:nvPr/>
        </p:nvSpPr>
        <p:spPr>
          <a:xfrm>
            <a:off x="254520" y="1777629"/>
            <a:ext cx="8568952" cy="1769202"/>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This project utilized the Scrum methodology to manage tasks, deliver continuous progress, and maintain team communication. This was achieved by using Jira and GitLab for project management and collaboration. </a:t>
            </a:r>
            <a:endParaRPr lang="en-US" sz="1800" kern="10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557BA65A-51A7-B4B4-22DD-99884B28BD4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939110" y="2802966"/>
            <a:ext cx="3720750" cy="3497626"/>
          </a:xfrm>
          <a:prstGeom prst="ellipse">
            <a:avLst/>
          </a:prstGeom>
        </p:spPr>
      </p:pic>
      <p:sp>
        <p:nvSpPr>
          <p:cNvPr id="17" name="Rectangle 16">
            <a:extLst>
              <a:ext uri="{FF2B5EF4-FFF2-40B4-BE49-F238E27FC236}">
                <a16:creationId xmlns:a16="http://schemas.microsoft.com/office/drawing/2014/main" id="{577E1E17-40EF-65DB-C9D1-92D75D6A1B77}"/>
              </a:ext>
            </a:extLst>
          </p:cNvPr>
          <p:cNvSpPr/>
          <p:nvPr/>
        </p:nvSpPr>
        <p:spPr>
          <a:xfrm>
            <a:off x="254520" y="3017483"/>
            <a:ext cx="4511399" cy="3547381"/>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Development was divided into sprints, where planning these sprints and tracking their progress occurred during the weekly in-lab sessions. We also used this time to review completed features, as well as gather feedback and support from each other. Retrospectives were conducted to identify areas for improvement and optimize processes for </a:t>
            </a:r>
            <a:r>
              <a:rPr lang="en-US" sz="1800" kern="100">
                <a:latin typeface="Aptos" panose="020B0004020202020204" pitchFamily="34" charset="0"/>
                <a:ea typeface="Aptos" panose="020B0004020202020204" pitchFamily="34" charset="0"/>
                <a:cs typeface="Times New Roman" panose="02020603050405020304" pitchFamily="18" charset="0"/>
              </a:rPr>
              <a:t>following </a:t>
            </a:r>
            <a:r>
              <a:rPr lang="en-US" sz="1800" kern="100">
                <a:effectLst/>
                <a:latin typeface="Aptos" panose="020B0004020202020204" pitchFamily="34" charset="0"/>
                <a:ea typeface="Aptos" panose="020B0004020202020204" pitchFamily="34" charset="0"/>
                <a:cs typeface="Times New Roman" panose="02020603050405020304" pitchFamily="18" charset="0"/>
              </a:rPr>
              <a:t>sprints.</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26654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FE4A-A454-196A-02EF-2F7326FA1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67EAD-1752-2E8F-D971-533232A10FEA}"/>
              </a:ext>
            </a:extLst>
          </p:cNvPr>
          <p:cNvSpPr>
            <a:spLocks noGrp="1"/>
          </p:cNvSpPr>
          <p:nvPr>
            <p:ph type="title"/>
          </p:nvPr>
        </p:nvSpPr>
        <p:spPr>
          <a:xfrm>
            <a:off x="146050" y="869950"/>
            <a:ext cx="8851900" cy="793750"/>
          </a:xfrm>
        </p:spPr>
        <p:txBody>
          <a:bodyPr/>
          <a:lstStyle/>
          <a:p>
            <a:r>
              <a:rPr lang="en-GB"/>
              <a:t>Project Management and Development Process</a:t>
            </a:r>
          </a:p>
        </p:txBody>
      </p:sp>
      <p:sp>
        <p:nvSpPr>
          <p:cNvPr id="3" name="Content Placeholder 2">
            <a:extLst>
              <a:ext uri="{FF2B5EF4-FFF2-40B4-BE49-F238E27FC236}">
                <a16:creationId xmlns:a16="http://schemas.microsoft.com/office/drawing/2014/main" id="{3AED23E3-BF00-BE2C-936D-E7996C5DF86D}"/>
              </a:ext>
            </a:extLst>
          </p:cNvPr>
          <p:cNvSpPr>
            <a:spLocks noGrp="1"/>
          </p:cNvSpPr>
          <p:nvPr>
            <p:ph idx="1"/>
          </p:nvPr>
        </p:nvSpPr>
        <p:spPr/>
        <p:txBody>
          <a:bodyPr/>
          <a:lstStyle/>
          <a:p>
            <a:pPr lvl="2">
              <a:buNone/>
            </a:pPr>
            <a:endParaRPr lang="en-GB"/>
          </a:p>
          <a:p>
            <a:pPr lvl="2"/>
            <a:endParaRPr lang="en-GB"/>
          </a:p>
        </p:txBody>
      </p:sp>
      <p:sp>
        <p:nvSpPr>
          <p:cNvPr id="8" name="Rectangle 7">
            <a:extLst>
              <a:ext uri="{FF2B5EF4-FFF2-40B4-BE49-F238E27FC236}">
                <a16:creationId xmlns:a16="http://schemas.microsoft.com/office/drawing/2014/main" id="{A825A143-38AE-687C-BB3D-B2DB0852E5D5}"/>
              </a:ext>
            </a:extLst>
          </p:cNvPr>
          <p:cNvSpPr/>
          <p:nvPr/>
        </p:nvSpPr>
        <p:spPr>
          <a:xfrm>
            <a:off x="243675" y="2154112"/>
            <a:ext cx="4032448" cy="2259336"/>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Jira managed tasks, sprints, and user stories, breaking them down into individual tasks and using Kanban workflow boards to track progress. This helped maintain a clear backlog and ensured timely completion of tasks. </a:t>
            </a: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122" name="Picture 2" descr="Document approval screenshot">
            <a:extLst>
              <a:ext uri="{FF2B5EF4-FFF2-40B4-BE49-F238E27FC236}">
                <a16:creationId xmlns:a16="http://schemas.microsoft.com/office/drawing/2014/main" id="{7C8384DB-DC1F-90DA-4587-EEB0EDA754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0573" y="1849740"/>
            <a:ext cx="4355976" cy="2601486"/>
          </a:xfrm>
          <a:prstGeom prst="rect">
            <a:avLst/>
          </a:prstGeom>
          <a:noFill/>
          <a:ln w="38100">
            <a:solidFill>
              <a:srgbClr val="007A87"/>
            </a:solid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08F72EA-7CC5-BAAB-D565-6E44E2850DB5}"/>
              </a:ext>
            </a:extLst>
          </p:cNvPr>
          <p:cNvSpPr/>
          <p:nvPr/>
        </p:nvSpPr>
        <p:spPr>
          <a:xfrm>
            <a:off x="241336" y="4763997"/>
            <a:ext cx="8568952" cy="1666610"/>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GitLab was the primary tool for version control and collaborative coding, maintaining a single repository and allowing efficient work on individual features without disrupting the main codebase. Its branching and merging capabilities ensured code quality through peer reviews and automated testing.</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5A5AD04B-C1CA-9912-DFAE-BCA6B951F553}"/>
              </a:ext>
            </a:extLst>
          </p:cNvPr>
          <p:cNvSpPr/>
          <p:nvPr/>
        </p:nvSpPr>
        <p:spPr>
          <a:xfrm>
            <a:off x="5436096" y="3861048"/>
            <a:ext cx="3290453" cy="432048"/>
          </a:xfrm>
          <a:prstGeom prst="rect">
            <a:avLst/>
          </a:prstGeom>
          <a:solidFill>
            <a:srgbClr val="007A87"/>
          </a:solidFill>
          <a:ln>
            <a:solidFill>
              <a:srgbClr val="007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Example Kanban workflow board</a:t>
            </a:r>
          </a:p>
        </p:txBody>
      </p:sp>
    </p:spTree>
    <p:extLst>
      <p:ext uri="{BB962C8B-B14F-4D97-AF65-F5344CB8AC3E}">
        <p14:creationId xmlns:p14="http://schemas.microsoft.com/office/powerpoint/2010/main" val="3805480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2A761-8FBE-9B04-AB32-590799830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38877-CE83-E444-EC58-588836BFAC3F}"/>
              </a:ext>
            </a:extLst>
          </p:cNvPr>
          <p:cNvSpPr>
            <a:spLocks noGrp="1"/>
          </p:cNvSpPr>
          <p:nvPr>
            <p:ph type="ctrTitle"/>
          </p:nvPr>
        </p:nvSpPr>
        <p:spPr>
          <a:xfrm>
            <a:off x="310617" y="2902151"/>
            <a:ext cx="8522766" cy="1053698"/>
          </a:xfrm>
        </p:spPr>
        <p:txBody>
          <a:bodyPr/>
          <a:lstStyle/>
          <a:p>
            <a:pPr algn="ctr"/>
            <a:r>
              <a:rPr lang="en-GB"/>
              <a:t>Individual Contributions</a:t>
            </a:r>
            <a:endParaRPr lang="en-GB">
              <a:cs typeface="Arial"/>
            </a:endParaRPr>
          </a:p>
        </p:txBody>
      </p:sp>
    </p:spTree>
    <p:extLst>
      <p:ext uri="{BB962C8B-B14F-4D97-AF65-F5344CB8AC3E}">
        <p14:creationId xmlns:p14="http://schemas.microsoft.com/office/powerpoint/2010/main" val="1594947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A6142-B99E-7CFE-48B9-8B1ECBB33090}"/>
              </a:ext>
            </a:extLst>
          </p:cNvPr>
          <p:cNvSpPr>
            <a:spLocks noGrp="1"/>
          </p:cNvSpPr>
          <p:nvPr>
            <p:ph type="title"/>
          </p:nvPr>
        </p:nvSpPr>
        <p:spPr/>
        <p:txBody>
          <a:bodyPr/>
          <a:lstStyle/>
          <a:p>
            <a:r>
              <a:rPr lang="en-US">
                <a:cs typeface="Arial"/>
              </a:rPr>
              <a:t>Leo</a:t>
            </a:r>
          </a:p>
        </p:txBody>
      </p:sp>
      <p:sp>
        <p:nvSpPr>
          <p:cNvPr id="3" name="Content Placeholder 2">
            <a:extLst>
              <a:ext uri="{FF2B5EF4-FFF2-40B4-BE49-F238E27FC236}">
                <a16:creationId xmlns:a16="http://schemas.microsoft.com/office/drawing/2014/main" id="{E13E0B06-01FC-92DE-4196-4F33479F6C9A}"/>
              </a:ext>
            </a:extLst>
          </p:cNvPr>
          <p:cNvSpPr>
            <a:spLocks noGrp="1"/>
          </p:cNvSpPr>
          <p:nvPr>
            <p:ph idx="1"/>
          </p:nvPr>
        </p:nvSpPr>
        <p:spPr/>
        <p:txBody>
          <a:bodyPr/>
          <a:lstStyle/>
          <a:p>
            <a:r>
              <a:rPr lang="en-US" sz="2000">
                <a:cs typeface="Arial"/>
              </a:rPr>
              <a:t>Focus on programming</a:t>
            </a:r>
          </a:p>
          <a:p>
            <a:r>
              <a:rPr lang="en-US" sz="2000">
                <a:cs typeface="Arial"/>
              </a:rPr>
              <a:t>   - General page structure </a:t>
            </a:r>
            <a:r>
              <a:rPr lang="en-US" sz="2000" i="1">
                <a:cs typeface="Arial"/>
              </a:rPr>
              <a:t>(code not UI)</a:t>
            </a:r>
            <a:br>
              <a:rPr lang="en-US" sz="2000">
                <a:cs typeface="Arial"/>
              </a:rPr>
            </a:br>
            <a:r>
              <a:rPr lang="en-US" sz="2000">
                <a:cs typeface="Arial"/>
              </a:rPr>
              <a:t>   - M</a:t>
            </a:r>
            <a:r>
              <a:rPr lang="en-GB" sz="2000" err="1">
                <a:cs typeface="Arial"/>
              </a:rPr>
              <a:t>odularisation</a:t>
            </a:r>
            <a:r>
              <a:rPr lang="en-US" sz="2000">
                <a:cs typeface="Arial"/>
              </a:rPr>
              <a:t> of code</a:t>
            </a:r>
          </a:p>
          <a:p>
            <a:r>
              <a:rPr lang="en-US" sz="2000">
                <a:cs typeface="Arial"/>
              </a:rPr>
              <a:t>   - Bug fixes</a:t>
            </a:r>
          </a:p>
          <a:p>
            <a:endParaRPr lang="en-US" sz="2000">
              <a:cs typeface="Arial"/>
            </a:endParaRPr>
          </a:p>
          <a:p>
            <a:r>
              <a:rPr lang="en-US" sz="2000">
                <a:cs typeface="Arial"/>
              </a:rPr>
              <a:t>Market research</a:t>
            </a:r>
          </a:p>
          <a:p>
            <a:r>
              <a:rPr lang="en-US" sz="2000">
                <a:cs typeface="Arial"/>
              </a:rPr>
              <a:t>   - Sprout</a:t>
            </a:r>
          </a:p>
          <a:p>
            <a:endParaRPr lang="en-US" sz="2000">
              <a:cs typeface="Arial"/>
            </a:endParaRPr>
          </a:p>
          <a:p>
            <a:r>
              <a:rPr lang="en-US" sz="2000">
                <a:cs typeface="Arial"/>
              </a:rPr>
              <a:t>Report writing</a:t>
            </a:r>
          </a:p>
          <a:p>
            <a:r>
              <a:rPr lang="en-US" sz="2000">
                <a:cs typeface="Arial"/>
              </a:rPr>
              <a:t>   - Technical Description</a:t>
            </a:r>
          </a:p>
          <a:p>
            <a:r>
              <a:rPr lang="en-US" sz="2000">
                <a:cs typeface="Arial"/>
              </a:rPr>
              <a:t>   - Team Effort Log</a:t>
            </a:r>
          </a:p>
          <a:p>
            <a:endParaRPr lang="en-US" sz="2000">
              <a:cs typeface="Arial"/>
            </a:endParaRPr>
          </a:p>
          <a:p>
            <a:endParaRPr lang="en-US" sz="2000">
              <a:cs typeface="Arial"/>
            </a:endParaRPr>
          </a:p>
        </p:txBody>
      </p:sp>
    </p:spTree>
    <p:extLst>
      <p:ext uri="{BB962C8B-B14F-4D97-AF65-F5344CB8AC3E}">
        <p14:creationId xmlns:p14="http://schemas.microsoft.com/office/powerpoint/2010/main" val="3261655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C8E18-2DA9-CBEC-E601-02AA2C822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1DAF8-FA5E-85D8-DFDF-68C756A9CC59}"/>
              </a:ext>
            </a:extLst>
          </p:cNvPr>
          <p:cNvSpPr>
            <a:spLocks noGrp="1"/>
          </p:cNvSpPr>
          <p:nvPr>
            <p:ph type="title"/>
          </p:nvPr>
        </p:nvSpPr>
        <p:spPr/>
        <p:txBody>
          <a:bodyPr/>
          <a:lstStyle/>
          <a:p>
            <a:r>
              <a:rPr lang="en-US">
                <a:cs typeface="Arial"/>
              </a:rPr>
              <a:t>Sneha</a:t>
            </a:r>
          </a:p>
        </p:txBody>
      </p:sp>
      <p:sp>
        <p:nvSpPr>
          <p:cNvPr id="3" name="Content Placeholder 2">
            <a:extLst>
              <a:ext uri="{FF2B5EF4-FFF2-40B4-BE49-F238E27FC236}">
                <a16:creationId xmlns:a16="http://schemas.microsoft.com/office/drawing/2014/main" id="{D1079B16-EEE5-023C-04D5-964BD4A9C801}"/>
              </a:ext>
            </a:extLst>
          </p:cNvPr>
          <p:cNvSpPr>
            <a:spLocks noGrp="1"/>
          </p:cNvSpPr>
          <p:nvPr>
            <p:ph idx="1"/>
          </p:nvPr>
        </p:nvSpPr>
        <p:spPr/>
        <p:txBody>
          <a:bodyPr/>
          <a:lstStyle/>
          <a:p>
            <a:pPr marL="342900" indent="-342900">
              <a:buFontTx/>
              <a:buChar char="-"/>
            </a:pPr>
            <a:r>
              <a:rPr lang="en-US" sz="2000">
                <a:cs typeface="Arial"/>
              </a:rPr>
              <a:t>SQL integration </a:t>
            </a:r>
          </a:p>
          <a:p>
            <a:pPr marL="635000" lvl="2" indent="-342900">
              <a:buFontTx/>
              <a:buChar char="-"/>
            </a:pPr>
            <a:r>
              <a:rPr lang="en-US" sz="1400">
                <a:cs typeface="Arial"/>
              </a:rPr>
              <a:t>Used MySQL code from Chloe and made sure it was optimum with PostgreSQL</a:t>
            </a:r>
          </a:p>
          <a:p>
            <a:pPr lvl="2" indent="0">
              <a:buNone/>
            </a:pPr>
            <a:endParaRPr lang="en-US" sz="1000">
              <a:cs typeface="Arial"/>
            </a:endParaRPr>
          </a:p>
          <a:p>
            <a:pPr marL="342900" indent="-342900">
              <a:buFontTx/>
              <a:buChar char="-"/>
            </a:pPr>
            <a:r>
              <a:rPr lang="en-US" sz="2000">
                <a:cs typeface="Arial"/>
              </a:rPr>
              <a:t>Establishing database</a:t>
            </a:r>
          </a:p>
          <a:p>
            <a:pPr marL="635000" lvl="2" indent="-342900">
              <a:buFontTx/>
              <a:buChar char="-"/>
            </a:pPr>
            <a:r>
              <a:rPr lang="en-US" sz="1400">
                <a:cs typeface="Arial"/>
              </a:rPr>
              <a:t>Making sure all tables are formed and integrated well with java</a:t>
            </a:r>
          </a:p>
          <a:p>
            <a:pPr lvl="2" indent="0">
              <a:buNone/>
            </a:pPr>
            <a:endParaRPr lang="en-US" sz="1000">
              <a:cs typeface="Arial"/>
            </a:endParaRPr>
          </a:p>
          <a:p>
            <a:pPr marL="342900" indent="-342900">
              <a:buFontTx/>
              <a:buChar char="-"/>
            </a:pPr>
            <a:r>
              <a:rPr lang="en-US" sz="2000">
                <a:cs typeface="Arial"/>
              </a:rPr>
              <a:t>Database connection (with Leo)</a:t>
            </a:r>
          </a:p>
          <a:p>
            <a:pPr marL="635000" lvl="2" indent="-342900">
              <a:buFontTx/>
              <a:buChar char="-"/>
            </a:pPr>
            <a:r>
              <a:rPr lang="en-US" sz="1400">
                <a:cs typeface="Arial"/>
              </a:rPr>
              <a:t>Made sure database was well connected and easy to make connection when application run in any device</a:t>
            </a:r>
          </a:p>
          <a:p>
            <a:pPr marL="342900" indent="-342900">
              <a:buFontTx/>
              <a:buChar char="-"/>
            </a:pPr>
            <a:endParaRPr lang="en-US" sz="2000">
              <a:cs typeface="Arial"/>
            </a:endParaRPr>
          </a:p>
          <a:p>
            <a:pPr marL="342900" indent="-342900">
              <a:buFontTx/>
              <a:buChar char="-"/>
            </a:pPr>
            <a:r>
              <a:rPr lang="en-US" sz="2000">
                <a:cs typeface="Arial"/>
              </a:rPr>
              <a:t>PDF</a:t>
            </a:r>
          </a:p>
          <a:p>
            <a:pPr marL="635000" lvl="2" indent="-342900">
              <a:buFontTx/>
              <a:buChar char="-"/>
            </a:pPr>
            <a:r>
              <a:rPr lang="en-US" sz="1400">
                <a:cs typeface="Arial"/>
              </a:rPr>
              <a:t>Used </a:t>
            </a:r>
            <a:r>
              <a:rPr lang="en-US" sz="1400" err="1">
                <a:cs typeface="Arial"/>
              </a:rPr>
              <a:t>Itextpdf</a:t>
            </a:r>
            <a:r>
              <a:rPr lang="en-US" sz="1400">
                <a:cs typeface="Arial"/>
              </a:rPr>
              <a:t> so a final report with all data can be presented and extracted by users</a:t>
            </a:r>
          </a:p>
          <a:p>
            <a:endParaRPr lang="en-US" sz="2000">
              <a:cs typeface="Arial"/>
            </a:endParaRPr>
          </a:p>
          <a:p>
            <a:pPr marL="342900" indent="-342900">
              <a:buFontTx/>
              <a:buChar char="-"/>
            </a:pPr>
            <a:r>
              <a:rPr lang="en-US" sz="2000">
                <a:cs typeface="Arial"/>
              </a:rPr>
              <a:t>Page formations</a:t>
            </a:r>
          </a:p>
          <a:p>
            <a:pPr marL="635000" lvl="2" indent="-342900">
              <a:buFontTx/>
              <a:buChar char="-"/>
            </a:pPr>
            <a:r>
              <a:rPr lang="en-US" sz="1400">
                <a:cs typeface="Arial"/>
              </a:rPr>
              <a:t>Made basic formation of pages so others can do the </a:t>
            </a:r>
            <a:r>
              <a:rPr lang="en-US" sz="1400" err="1">
                <a:cs typeface="Arial"/>
              </a:rPr>
              <a:t>gui</a:t>
            </a:r>
            <a:r>
              <a:rPr lang="en-US" sz="1400">
                <a:cs typeface="Arial"/>
              </a:rPr>
              <a:t> for them</a:t>
            </a:r>
          </a:p>
          <a:p>
            <a:endParaRPr lang="en-US" sz="2000">
              <a:cs typeface="Arial"/>
            </a:endParaRPr>
          </a:p>
          <a:p>
            <a:endParaRPr lang="en-US" sz="2000">
              <a:cs typeface="Arial"/>
            </a:endParaRPr>
          </a:p>
          <a:p>
            <a:endParaRPr lang="en-US" sz="2000">
              <a:cs typeface="Arial"/>
            </a:endParaRPr>
          </a:p>
        </p:txBody>
      </p:sp>
    </p:spTree>
    <p:extLst>
      <p:ext uri="{BB962C8B-B14F-4D97-AF65-F5344CB8AC3E}">
        <p14:creationId xmlns:p14="http://schemas.microsoft.com/office/powerpoint/2010/main" val="3460223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5BF29-6FC9-E074-C906-83CB53BF6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EC527-A7ED-29B3-E643-99FD10167E9D}"/>
              </a:ext>
            </a:extLst>
          </p:cNvPr>
          <p:cNvSpPr>
            <a:spLocks noGrp="1"/>
          </p:cNvSpPr>
          <p:nvPr>
            <p:ph type="title"/>
          </p:nvPr>
        </p:nvSpPr>
        <p:spPr/>
        <p:txBody>
          <a:bodyPr/>
          <a:lstStyle/>
          <a:p>
            <a:r>
              <a:rPr lang="en-US">
                <a:cs typeface="Arial"/>
              </a:rPr>
              <a:t>Sarfaraz</a:t>
            </a:r>
          </a:p>
        </p:txBody>
      </p:sp>
      <p:sp>
        <p:nvSpPr>
          <p:cNvPr id="3" name="Content Placeholder 2">
            <a:extLst>
              <a:ext uri="{FF2B5EF4-FFF2-40B4-BE49-F238E27FC236}">
                <a16:creationId xmlns:a16="http://schemas.microsoft.com/office/drawing/2014/main" id="{9CD5C47B-BE03-D27A-3886-913AE90FD0A3}"/>
              </a:ext>
            </a:extLst>
          </p:cNvPr>
          <p:cNvSpPr>
            <a:spLocks noGrp="1"/>
          </p:cNvSpPr>
          <p:nvPr>
            <p:ph idx="1"/>
          </p:nvPr>
        </p:nvSpPr>
        <p:spPr/>
        <p:txBody>
          <a:bodyPr/>
          <a:lstStyle/>
          <a:p>
            <a:r>
              <a:rPr lang="en-US" sz="2000">
                <a:cs typeface="Arial"/>
              </a:rPr>
              <a:t>Research</a:t>
            </a:r>
          </a:p>
          <a:p>
            <a:pPr marL="342900" indent="-342900">
              <a:buFont typeface="Calibri" pitchFamily="2" charset="2"/>
              <a:buChar char="-"/>
            </a:pPr>
            <a:r>
              <a:rPr lang="en-US" sz="2000">
                <a:cs typeface="Arial"/>
              </a:rPr>
              <a:t>Requirements into user stories</a:t>
            </a:r>
          </a:p>
          <a:p>
            <a:pPr marL="342900" indent="-342900">
              <a:buFont typeface="Calibri" pitchFamily="2" charset="2"/>
              <a:buChar char="-"/>
            </a:pPr>
            <a:r>
              <a:rPr lang="en-US" sz="2000">
                <a:cs typeface="Arial"/>
              </a:rPr>
              <a:t>Researching the competition</a:t>
            </a:r>
          </a:p>
          <a:p>
            <a:pPr marL="342900" indent="-342900">
              <a:buFont typeface="Calibri" pitchFamily="2" charset="2"/>
              <a:buChar char="-"/>
            </a:pPr>
            <a:r>
              <a:rPr lang="en-US" sz="2000">
                <a:cs typeface="Arial"/>
              </a:rPr>
              <a:t>The market plan ( Economics )</a:t>
            </a:r>
          </a:p>
          <a:p>
            <a:endParaRPr lang="en-US" sz="2000">
              <a:cs typeface="Arial"/>
            </a:endParaRPr>
          </a:p>
          <a:p>
            <a:pPr>
              <a:buFont typeface="Calibri" pitchFamily="2" charset="2"/>
            </a:pPr>
            <a:r>
              <a:rPr lang="en-US" sz="2000">
                <a:cs typeface="Arial"/>
              </a:rPr>
              <a:t>Report</a:t>
            </a:r>
          </a:p>
          <a:p>
            <a:pPr marL="342900" indent="-342900">
              <a:buFont typeface="Calibri" pitchFamily="2" charset="2"/>
              <a:buChar char="-"/>
            </a:pPr>
            <a:r>
              <a:rPr lang="en-US" sz="2000">
                <a:cs typeface="Arial"/>
              </a:rPr>
              <a:t>Research into readable format into the report</a:t>
            </a:r>
          </a:p>
          <a:p>
            <a:pPr marL="342900" indent="-342900">
              <a:buFont typeface="Calibri" pitchFamily="2" charset="2"/>
              <a:buChar char="-"/>
            </a:pPr>
            <a:r>
              <a:rPr lang="en-US" sz="2000">
                <a:cs typeface="Arial"/>
              </a:rPr>
              <a:t>Team effort log</a:t>
            </a:r>
          </a:p>
          <a:p>
            <a:endParaRPr lang="en-US" sz="2000">
              <a:cs typeface="Arial"/>
            </a:endParaRPr>
          </a:p>
          <a:p>
            <a:endParaRPr lang="en-US" sz="2000">
              <a:cs typeface="Arial"/>
            </a:endParaRPr>
          </a:p>
        </p:txBody>
      </p:sp>
    </p:spTree>
    <p:extLst>
      <p:ext uri="{BB962C8B-B14F-4D97-AF65-F5344CB8AC3E}">
        <p14:creationId xmlns:p14="http://schemas.microsoft.com/office/powerpoint/2010/main" val="136365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C9362-6A3E-6862-E05E-13FBFD87B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BF282-12D2-77E3-9C62-BB862116BAEE}"/>
              </a:ext>
            </a:extLst>
          </p:cNvPr>
          <p:cNvSpPr>
            <a:spLocks noGrp="1"/>
          </p:cNvSpPr>
          <p:nvPr>
            <p:ph type="title"/>
          </p:nvPr>
        </p:nvSpPr>
        <p:spPr/>
        <p:txBody>
          <a:bodyPr/>
          <a:lstStyle/>
          <a:p>
            <a:r>
              <a:rPr lang="en-US">
                <a:cs typeface="Arial"/>
              </a:rPr>
              <a:t>Saif</a:t>
            </a:r>
          </a:p>
        </p:txBody>
      </p:sp>
      <p:sp>
        <p:nvSpPr>
          <p:cNvPr id="3" name="Content Placeholder 2">
            <a:extLst>
              <a:ext uri="{FF2B5EF4-FFF2-40B4-BE49-F238E27FC236}">
                <a16:creationId xmlns:a16="http://schemas.microsoft.com/office/drawing/2014/main" id="{FB59BD34-00C1-3276-8A42-05BF1C9ABA19}"/>
              </a:ext>
            </a:extLst>
          </p:cNvPr>
          <p:cNvSpPr>
            <a:spLocks noGrp="1"/>
          </p:cNvSpPr>
          <p:nvPr>
            <p:ph idx="1"/>
          </p:nvPr>
        </p:nvSpPr>
        <p:spPr>
          <a:xfrm>
            <a:off x="167296" y="1519131"/>
            <a:ext cx="8839200" cy="5041900"/>
          </a:xfrm>
        </p:spPr>
        <p:txBody>
          <a:bodyPr/>
          <a:lstStyle/>
          <a:p>
            <a:r>
              <a:rPr lang="en-US" sz="2000">
                <a:cs typeface="Arial"/>
              </a:rPr>
              <a:t>Code:</a:t>
            </a:r>
          </a:p>
          <a:p>
            <a:r>
              <a:rPr lang="en-US" sz="2000">
                <a:cs typeface="Arial"/>
              </a:rPr>
              <a:t> </a:t>
            </a:r>
            <a:endParaRPr lang="en-US">
              <a:cs typeface="Arial"/>
            </a:endParaRPr>
          </a:p>
          <a:p>
            <a:r>
              <a:rPr lang="en-US" sz="2000">
                <a:cs typeface="Arial"/>
              </a:rPr>
              <a:t> Data input validation(add child page)</a:t>
            </a:r>
            <a:endParaRPr lang="en-US">
              <a:cs typeface="Arial"/>
            </a:endParaRPr>
          </a:p>
          <a:p>
            <a:r>
              <a:rPr lang="en-US" sz="2000">
                <a:cs typeface="Arial"/>
              </a:rPr>
              <a:t> Bug fixes</a:t>
            </a:r>
          </a:p>
          <a:p>
            <a:r>
              <a:rPr lang="en-US" sz="2000">
                <a:cs typeface="Arial"/>
              </a:rPr>
              <a:t> GUI pages</a:t>
            </a:r>
            <a:endParaRPr lang="en-US"/>
          </a:p>
          <a:p>
            <a:endParaRPr lang="en-US" sz="2000">
              <a:cs typeface="Arial"/>
            </a:endParaRPr>
          </a:p>
          <a:p>
            <a:r>
              <a:rPr lang="en-US" sz="2000">
                <a:cs typeface="Arial"/>
              </a:rPr>
              <a:t>Report:</a:t>
            </a:r>
            <a:endParaRPr lang="en-US"/>
          </a:p>
          <a:p>
            <a:r>
              <a:rPr lang="en-US" sz="2000">
                <a:cs typeface="Arial"/>
              </a:rPr>
              <a:t> </a:t>
            </a:r>
          </a:p>
          <a:p>
            <a:r>
              <a:rPr lang="en-US" sz="2000">
                <a:cs typeface="Arial"/>
              </a:rPr>
              <a:t> team effort log</a:t>
            </a:r>
            <a:endParaRPr lang="en-US"/>
          </a:p>
          <a:p>
            <a:r>
              <a:rPr lang="en-US" sz="2000">
                <a:cs typeface="Arial"/>
              </a:rPr>
              <a:t> marketing plan</a:t>
            </a:r>
          </a:p>
          <a:p>
            <a:r>
              <a:rPr lang="en-US" sz="2000">
                <a:cs typeface="Arial"/>
              </a:rPr>
              <a:t> </a:t>
            </a:r>
          </a:p>
          <a:p>
            <a:r>
              <a:rPr lang="en-US" sz="2000">
                <a:cs typeface="Arial"/>
              </a:rPr>
              <a:t>Reasearch:</a:t>
            </a:r>
          </a:p>
          <a:p>
            <a:r>
              <a:rPr lang="en-US" sz="2000">
                <a:cs typeface="Arial"/>
              </a:rPr>
              <a:t> </a:t>
            </a:r>
          </a:p>
          <a:p>
            <a:r>
              <a:rPr lang="en-US" sz="2000">
                <a:cs typeface="Arial"/>
              </a:rPr>
              <a:t> market reasearch</a:t>
            </a:r>
          </a:p>
          <a:p>
            <a:endParaRPr lang="en-US" sz="2000">
              <a:cs typeface="Arial"/>
            </a:endParaRPr>
          </a:p>
        </p:txBody>
      </p:sp>
    </p:spTree>
    <p:extLst>
      <p:ext uri="{BB962C8B-B14F-4D97-AF65-F5344CB8AC3E}">
        <p14:creationId xmlns:p14="http://schemas.microsoft.com/office/powerpoint/2010/main" val="2204906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D69CF-395A-06D5-0866-E5569E9FE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6D929-0890-686F-939A-AC1149BCC026}"/>
              </a:ext>
            </a:extLst>
          </p:cNvPr>
          <p:cNvSpPr>
            <a:spLocks noGrp="1"/>
          </p:cNvSpPr>
          <p:nvPr>
            <p:ph type="title"/>
          </p:nvPr>
        </p:nvSpPr>
        <p:spPr/>
        <p:txBody>
          <a:bodyPr/>
          <a:lstStyle/>
          <a:p>
            <a:r>
              <a:rPr lang="en-US">
                <a:cs typeface="Arial"/>
              </a:rPr>
              <a:t>Chloe</a:t>
            </a:r>
          </a:p>
        </p:txBody>
      </p:sp>
      <p:sp>
        <p:nvSpPr>
          <p:cNvPr id="3" name="Content Placeholder 2">
            <a:extLst>
              <a:ext uri="{FF2B5EF4-FFF2-40B4-BE49-F238E27FC236}">
                <a16:creationId xmlns:a16="http://schemas.microsoft.com/office/drawing/2014/main" id="{2F79D063-C765-B4EE-83EE-DCEACCFC785A}"/>
              </a:ext>
            </a:extLst>
          </p:cNvPr>
          <p:cNvSpPr>
            <a:spLocks noGrp="1"/>
          </p:cNvSpPr>
          <p:nvPr>
            <p:ph idx="1"/>
          </p:nvPr>
        </p:nvSpPr>
        <p:spPr/>
        <p:txBody>
          <a:bodyPr/>
          <a:lstStyle/>
          <a:p>
            <a:r>
              <a:rPr lang="en-US" sz="2000">
                <a:cs typeface="Arial"/>
              </a:rPr>
              <a:t>Database design</a:t>
            </a:r>
          </a:p>
          <a:p>
            <a:r>
              <a:rPr lang="en-US" sz="2000">
                <a:cs typeface="Arial"/>
              </a:rPr>
              <a:t>-Created tables based on required data and normalizing them into 3NF</a:t>
            </a:r>
          </a:p>
          <a:p>
            <a:r>
              <a:rPr lang="en-US" sz="2000">
                <a:cs typeface="Arial"/>
              </a:rPr>
              <a:t>-SQL code</a:t>
            </a:r>
          </a:p>
          <a:p>
            <a:endParaRPr lang="en-US" sz="2000">
              <a:cs typeface="Arial"/>
            </a:endParaRPr>
          </a:p>
          <a:p>
            <a:r>
              <a:rPr lang="en-US" sz="2000">
                <a:cs typeface="Arial"/>
              </a:rPr>
              <a:t>Design mockup &amp; GUI implementation</a:t>
            </a:r>
          </a:p>
          <a:p>
            <a:r>
              <a:rPr lang="en-US" sz="2000">
                <a:cs typeface="Arial"/>
              </a:rPr>
              <a:t>-Design idea to know how the application should ideally look like &amp; code</a:t>
            </a:r>
          </a:p>
          <a:p>
            <a:endParaRPr lang="en-US" sz="2000">
              <a:cs typeface="Arial"/>
            </a:endParaRPr>
          </a:p>
          <a:p>
            <a:endParaRPr lang="en-US" sz="2000">
              <a:cs typeface="Arial"/>
            </a:endParaRPr>
          </a:p>
          <a:p>
            <a:endParaRPr lang="en-US" sz="2000">
              <a:cs typeface="Arial"/>
            </a:endParaRPr>
          </a:p>
        </p:txBody>
      </p:sp>
      <p:sp>
        <p:nvSpPr>
          <p:cNvPr id="4" name="AutoShape 2">
            <a:extLst>
              <a:ext uri="{FF2B5EF4-FFF2-40B4-BE49-F238E27FC236}">
                <a16:creationId xmlns:a16="http://schemas.microsoft.com/office/drawing/2014/main" id="{BDEFBC9D-EFFD-4FDB-CCB7-A56ED98248C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descr="A screenshot of a baby name&#10;&#10;AI-generated content may be incorrect.">
            <a:extLst>
              <a:ext uri="{FF2B5EF4-FFF2-40B4-BE49-F238E27FC236}">
                <a16:creationId xmlns:a16="http://schemas.microsoft.com/office/drawing/2014/main" id="{BD9A4CD3-7FD3-A46D-0871-959B20375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606" y="3429000"/>
            <a:ext cx="3835795" cy="3071303"/>
          </a:xfrm>
          <a:prstGeom prst="rect">
            <a:avLst/>
          </a:prstGeom>
        </p:spPr>
      </p:pic>
      <p:pic>
        <p:nvPicPr>
          <p:cNvPr id="9" name="Picture 8" descr="A diagram of a child development&#10;&#10;AI-generated content may be incorrect.">
            <a:extLst>
              <a:ext uri="{FF2B5EF4-FFF2-40B4-BE49-F238E27FC236}">
                <a16:creationId xmlns:a16="http://schemas.microsoft.com/office/drawing/2014/main" id="{172EB11A-5060-4825-CE3E-532338CE4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4056" y="3276600"/>
            <a:ext cx="3986713" cy="3303958"/>
          </a:xfrm>
          <a:prstGeom prst="rect">
            <a:avLst/>
          </a:prstGeom>
        </p:spPr>
      </p:pic>
    </p:spTree>
    <p:extLst>
      <p:ext uri="{BB962C8B-B14F-4D97-AF65-F5344CB8AC3E}">
        <p14:creationId xmlns:p14="http://schemas.microsoft.com/office/powerpoint/2010/main" val="2813149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A05DD-1FC0-4920-7549-882A8B8EB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853DC-744B-5261-B442-44482CF338CB}"/>
              </a:ext>
            </a:extLst>
          </p:cNvPr>
          <p:cNvSpPr>
            <a:spLocks noGrp="1"/>
          </p:cNvSpPr>
          <p:nvPr>
            <p:ph type="title"/>
          </p:nvPr>
        </p:nvSpPr>
        <p:spPr/>
        <p:txBody>
          <a:bodyPr/>
          <a:lstStyle/>
          <a:p>
            <a:r>
              <a:rPr lang="en-US">
                <a:cs typeface="Arial"/>
              </a:rPr>
              <a:t>Cayan Deniz</a:t>
            </a:r>
          </a:p>
        </p:txBody>
      </p:sp>
      <p:sp>
        <p:nvSpPr>
          <p:cNvPr id="3" name="Content Placeholder 2">
            <a:extLst>
              <a:ext uri="{FF2B5EF4-FFF2-40B4-BE49-F238E27FC236}">
                <a16:creationId xmlns:a16="http://schemas.microsoft.com/office/drawing/2014/main" id="{8FCDE0A6-FC29-E71C-D272-9AF890A1BA8D}"/>
              </a:ext>
            </a:extLst>
          </p:cNvPr>
          <p:cNvSpPr>
            <a:spLocks noGrp="1"/>
          </p:cNvSpPr>
          <p:nvPr>
            <p:ph idx="1"/>
          </p:nvPr>
        </p:nvSpPr>
        <p:spPr/>
        <p:txBody>
          <a:bodyPr/>
          <a:lstStyle/>
          <a:p>
            <a:r>
              <a:rPr lang="en-US" sz="2000">
                <a:cs typeface="Arial"/>
              </a:rPr>
              <a:t>Programming:</a:t>
            </a:r>
          </a:p>
          <a:p>
            <a:pPr marL="342900" indent="-342900">
              <a:buFont typeface="Calibri" pitchFamily="2" charset="2"/>
              <a:buChar char="-"/>
            </a:pPr>
            <a:r>
              <a:rPr lang="en-US" sz="2000">
                <a:cs typeface="Arial"/>
              </a:rPr>
              <a:t>Initial graph codes </a:t>
            </a:r>
          </a:p>
          <a:p>
            <a:pPr marL="342900" indent="-342900">
              <a:buFont typeface="Calibri" pitchFamily="2" charset="2"/>
              <a:buChar char="-"/>
            </a:pPr>
            <a:r>
              <a:rPr lang="en-US" sz="2000">
                <a:cs typeface="Arial"/>
              </a:rPr>
              <a:t>Unit testing (JUnit)</a:t>
            </a:r>
          </a:p>
          <a:p>
            <a:endParaRPr lang="en-US" sz="2000">
              <a:cs typeface="Arial"/>
            </a:endParaRPr>
          </a:p>
          <a:p>
            <a:r>
              <a:rPr lang="en-US" sz="2000">
                <a:cs typeface="Arial"/>
              </a:rPr>
              <a:t>Initial Product:</a:t>
            </a:r>
          </a:p>
          <a:p>
            <a:pPr marL="342900" indent="-342900">
              <a:buFont typeface="Calibri" pitchFamily="2" charset="2"/>
              <a:buChar char="-"/>
            </a:pPr>
            <a:r>
              <a:rPr lang="en-US" sz="2000">
                <a:cs typeface="Arial"/>
              </a:rPr>
              <a:t>Wireframe designs</a:t>
            </a:r>
          </a:p>
          <a:p>
            <a:pPr marL="342900" indent="-342900">
              <a:buFont typeface="Calibri" pitchFamily="2" charset="2"/>
              <a:buChar char="-"/>
            </a:pPr>
            <a:endParaRPr lang="en-US" sz="2000">
              <a:cs typeface="Arial"/>
            </a:endParaRPr>
          </a:p>
          <a:p>
            <a:r>
              <a:rPr lang="en-US" sz="2000">
                <a:cs typeface="Arial"/>
              </a:rPr>
              <a:t>Report:</a:t>
            </a:r>
          </a:p>
          <a:p>
            <a:pPr marL="342900" indent="-342900">
              <a:buFont typeface="Calibri" pitchFamily="2" charset="2"/>
              <a:buChar char="-"/>
            </a:pPr>
            <a:r>
              <a:rPr lang="en-US" sz="2000" err="1">
                <a:cs typeface="Arial"/>
              </a:rPr>
              <a:t>ProductContext</a:t>
            </a:r>
            <a:r>
              <a:rPr lang="en-US" sz="2000">
                <a:cs typeface="Arial"/>
              </a:rPr>
              <a:t> </a:t>
            </a:r>
          </a:p>
          <a:p>
            <a:pPr marL="342900" indent="-342900">
              <a:buFont typeface="Calibri" pitchFamily="2" charset="2"/>
              <a:buChar char="-"/>
            </a:pPr>
            <a:r>
              <a:rPr lang="en-US" sz="2000">
                <a:cs typeface="Arial"/>
              </a:rPr>
              <a:t>Team Effort Log</a:t>
            </a:r>
          </a:p>
        </p:txBody>
      </p:sp>
    </p:spTree>
    <p:extLst>
      <p:ext uri="{BB962C8B-B14F-4D97-AF65-F5344CB8AC3E}">
        <p14:creationId xmlns:p14="http://schemas.microsoft.com/office/powerpoint/2010/main" val="312851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6F01A-447D-EC69-4BA1-C49DEF130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FED0D-3180-AD6B-D271-8E353CE40B09}"/>
              </a:ext>
            </a:extLst>
          </p:cNvPr>
          <p:cNvSpPr>
            <a:spLocks noGrp="1"/>
          </p:cNvSpPr>
          <p:nvPr>
            <p:ph type="ctrTitle"/>
          </p:nvPr>
        </p:nvSpPr>
        <p:spPr>
          <a:xfrm>
            <a:off x="310617" y="2902151"/>
            <a:ext cx="8522766" cy="1053698"/>
          </a:xfrm>
        </p:spPr>
        <p:txBody>
          <a:bodyPr/>
          <a:lstStyle/>
          <a:p>
            <a:pPr algn="ctr"/>
            <a:r>
              <a:rPr lang="en-GB"/>
              <a:t>Testing and Evaluation</a:t>
            </a:r>
          </a:p>
        </p:txBody>
      </p:sp>
    </p:spTree>
    <p:extLst>
      <p:ext uri="{BB962C8B-B14F-4D97-AF65-F5344CB8AC3E}">
        <p14:creationId xmlns:p14="http://schemas.microsoft.com/office/powerpoint/2010/main" val="523012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C3FA-AEE9-D810-C910-22EE891B0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D5F73-CD69-5E4D-E53E-C4BCE3EAF1F7}"/>
              </a:ext>
            </a:extLst>
          </p:cNvPr>
          <p:cNvSpPr>
            <a:spLocks noGrp="1"/>
          </p:cNvSpPr>
          <p:nvPr>
            <p:ph type="title"/>
          </p:nvPr>
        </p:nvSpPr>
        <p:spPr>
          <a:xfrm>
            <a:off x="146050" y="869950"/>
            <a:ext cx="8851900" cy="793750"/>
          </a:xfrm>
        </p:spPr>
        <p:txBody>
          <a:bodyPr/>
          <a:lstStyle/>
          <a:p>
            <a:r>
              <a:rPr lang="en-GB"/>
              <a:t>Testing and Evaluation</a:t>
            </a:r>
          </a:p>
        </p:txBody>
      </p:sp>
      <p:sp>
        <p:nvSpPr>
          <p:cNvPr id="4" name="Rectangle 3">
            <a:extLst>
              <a:ext uri="{FF2B5EF4-FFF2-40B4-BE49-F238E27FC236}">
                <a16:creationId xmlns:a16="http://schemas.microsoft.com/office/drawing/2014/main" id="{44A01768-D554-70F9-0FFA-4556FB92F454}"/>
              </a:ext>
            </a:extLst>
          </p:cNvPr>
          <p:cNvSpPr/>
          <p:nvPr/>
        </p:nvSpPr>
        <p:spPr>
          <a:xfrm>
            <a:off x="349816" y="1783096"/>
            <a:ext cx="7640693" cy="4767074"/>
          </a:xfrm>
          <a:prstGeom prst="rect">
            <a:avLst/>
          </a:prstGeom>
        </p:spPr>
        <p:txBody>
          <a:bodyPr wrap="square">
            <a:spAutoFit/>
          </a:bodyPr>
          <a:lstStyle/>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The Manual testing covers:</a:t>
            </a:r>
          </a:p>
          <a:p>
            <a:pPr marL="342900" indent="-342900">
              <a:lnSpc>
                <a:spcPct val="107000"/>
              </a:lnSpc>
              <a:spcAft>
                <a:spcPts val="800"/>
              </a:spcAft>
              <a:buAutoNum type="alphaLcParenR"/>
            </a:pPr>
            <a:r>
              <a:rPr lang="en-US" sz="1800" kern="100">
                <a:latin typeface="Aptos" panose="020B0004020202020204" pitchFamily="34" charset="0"/>
                <a:ea typeface="Aptos" panose="020B0004020202020204" pitchFamily="34" charset="0"/>
                <a:cs typeface="Times New Roman" panose="02020603050405020304" pitchFamily="18" charset="0"/>
              </a:rPr>
              <a:t>Database connection verification </a:t>
            </a:r>
          </a:p>
          <a:p>
            <a:pPr marL="342900" indent="-342900">
              <a:lnSpc>
                <a:spcPct val="107000"/>
              </a:lnSpc>
              <a:spcAft>
                <a:spcPts val="800"/>
              </a:spcAft>
              <a:buAutoNum type="alphaL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PDF report generation</a:t>
            </a:r>
          </a:p>
          <a:p>
            <a:pPr>
              <a:lnSpc>
                <a:spcPct val="107000"/>
              </a:lnSpc>
              <a:spcAft>
                <a:spcPts val="800"/>
              </a:spcAft>
            </a:pPr>
            <a:endParaRPr lang="en-US" sz="1800" kern="10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The Integration testing covers:</a:t>
            </a:r>
          </a:p>
          <a:p>
            <a:pPr marL="342900" indent="-342900">
              <a:lnSpc>
                <a:spcPct val="107000"/>
              </a:lnSpc>
              <a:spcAft>
                <a:spcPts val="800"/>
              </a:spcAft>
              <a:buAutoNum type="alphaL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Database inte</a:t>
            </a:r>
            <a:r>
              <a:rPr lang="en-US" sz="1800" kern="100">
                <a:latin typeface="Aptos" panose="020B0004020202020204" pitchFamily="34" charset="0"/>
                <a:ea typeface="Aptos" panose="020B0004020202020204" pitchFamily="34" charset="0"/>
                <a:cs typeface="Times New Roman" panose="02020603050405020304" pitchFamily="18" charset="0"/>
              </a:rPr>
              <a:t>gration</a:t>
            </a:r>
          </a:p>
          <a:p>
            <a:pPr marL="342900" indent="-342900">
              <a:lnSpc>
                <a:spcPct val="107000"/>
              </a:lnSpc>
              <a:spcAft>
                <a:spcPts val="800"/>
              </a:spcAft>
              <a:buAutoNum type="alphaL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Health data synchronization</a:t>
            </a:r>
          </a:p>
          <a:p>
            <a:pPr marL="342900" indent="-342900">
              <a:lnSpc>
                <a:spcPct val="107000"/>
              </a:lnSpc>
              <a:spcAft>
                <a:spcPts val="800"/>
              </a:spcAft>
              <a:buAutoNum type="alphaLcParenR"/>
            </a:pPr>
            <a:r>
              <a:rPr lang="en-US" sz="1800" kern="100">
                <a:effectLst/>
                <a:latin typeface="Aptos" panose="020B0004020202020204" pitchFamily="34" charset="0"/>
                <a:ea typeface="Aptos" panose="020B0004020202020204" pitchFamily="34" charset="0"/>
                <a:cs typeface="Times New Roman" panose="02020603050405020304" pitchFamily="18" charset="0"/>
              </a:rPr>
              <a:t>Report generation &amp; PDF export</a:t>
            </a:r>
          </a:p>
          <a:p>
            <a:pPr marL="342900" indent="-342900">
              <a:lnSpc>
                <a:spcPct val="107000"/>
              </a:lnSpc>
              <a:spcAft>
                <a:spcPts val="800"/>
              </a:spcAft>
              <a:buAutoNum type="alphaLcParenR"/>
            </a:pPr>
            <a:endParaRPr lang="en-US" sz="1800" kern="10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Junit testing covers: </a:t>
            </a:r>
            <a:r>
              <a:rPr lang="en-US" sz="1800" kern="100">
                <a:latin typeface="Aptos" panose="020B0004020202020204" pitchFamily="34" charset="0"/>
                <a:ea typeface="Aptos" panose="020B0004020202020204" pitchFamily="34" charset="0"/>
                <a:cs typeface="Times New Roman" panose="02020603050405020304" pitchFamily="18" charset="0"/>
              </a:rPr>
              <a:t>All pages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07000"/>
              </a:lnSpc>
              <a:spcAft>
                <a:spcPts val="800"/>
              </a:spcAft>
              <a:buAutoNum type="alphaLcParenR"/>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07000"/>
              </a:lnSpc>
              <a:spcAft>
                <a:spcPts val="800"/>
              </a:spcAft>
              <a:buAutoNum type="alphaLcParenR"/>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48253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B962-829C-527C-EAC4-85A5A10E4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EEDB-24D6-80A7-B089-0BC8DF460BE2}"/>
              </a:ext>
            </a:extLst>
          </p:cNvPr>
          <p:cNvSpPr>
            <a:spLocks noGrp="1"/>
          </p:cNvSpPr>
          <p:nvPr>
            <p:ph type="ctrTitle"/>
          </p:nvPr>
        </p:nvSpPr>
        <p:spPr>
          <a:xfrm>
            <a:off x="310617" y="2521059"/>
            <a:ext cx="8522766" cy="1815882"/>
          </a:xfrm>
        </p:spPr>
        <p:txBody>
          <a:bodyPr/>
          <a:lstStyle/>
          <a:p>
            <a:pPr algn="ctr"/>
            <a:r>
              <a:rPr lang="en-GB"/>
              <a:t>Future Improvements and Reflection</a:t>
            </a:r>
          </a:p>
        </p:txBody>
      </p:sp>
    </p:spTree>
    <p:extLst>
      <p:ext uri="{BB962C8B-B14F-4D97-AF65-F5344CB8AC3E}">
        <p14:creationId xmlns:p14="http://schemas.microsoft.com/office/powerpoint/2010/main" val="2742842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D741A-ADC7-27DB-B505-A010FEB9B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7BDBE-E9A4-4337-8B5C-CDC99A65B61C}"/>
              </a:ext>
            </a:extLst>
          </p:cNvPr>
          <p:cNvSpPr>
            <a:spLocks noGrp="1"/>
          </p:cNvSpPr>
          <p:nvPr>
            <p:ph type="title"/>
          </p:nvPr>
        </p:nvSpPr>
        <p:spPr>
          <a:xfrm>
            <a:off x="146050" y="869950"/>
            <a:ext cx="8851900" cy="793750"/>
          </a:xfrm>
        </p:spPr>
        <p:txBody>
          <a:bodyPr/>
          <a:lstStyle/>
          <a:p>
            <a:r>
              <a:rPr lang="en-GB"/>
              <a:t>Future Improvements and Reflection</a:t>
            </a:r>
          </a:p>
        </p:txBody>
      </p:sp>
      <p:sp>
        <p:nvSpPr>
          <p:cNvPr id="3" name="Content Placeholder 2">
            <a:extLst>
              <a:ext uri="{FF2B5EF4-FFF2-40B4-BE49-F238E27FC236}">
                <a16:creationId xmlns:a16="http://schemas.microsoft.com/office/drawing/2014/main" id="{8E74B97B-50FE-3A5A-B33D-1190F569F2EB}"/>
              </a:ext>
            </a:extLst>
          </p:cNvPr>
          <p:cNvSpPr>
            <a:spLocks noGrp="1"/>
          </p:cNvSpPr>
          <p:nvPr>
            <p:ph idx="1"/>
          </p:nvPr>
        </p:nvSpPr>
        <p:spPr/>
        <p:txBody>
          <a:bodyPr/>
          <a:lstStyle/>
          <a:p>
            <a:pPr lvl="2">
              <a:buNone/>
            </a:pPr>
            <a:endParaRPr lang="en-GB"/>
          </a:p>
          <a:p>
            <a:pPr lvl="2"/>
            <a:endParaRPr lang="en-GB"/>
          </a:p>
        </p:txBody>
      </p:sp>
      <p:sp>
        <p:nvSpPr>
          <p:cNvPr id="4" name="Rectangle 3">
            <a:extLst>
              <a:ext uri="{FF2B5EF4-FFF2-40B4-BE49-F238E27FC236}">
                <a16:creationId xmlns:a16="http://schemas.microsoft.com/office/drawing/2014/main" id="{5294BC8E-BF58-B868-6F4D-C08A382CDEC5}"/>
              </a:ext>
            </a:extLst>
          </p:cNvPr>
          <p:cNvSpPr/>
          <p:nvPr/>
        </p:nvSpPr>
        <p:spPr>
          <a:xfrm>
            <a:off x="251520" y="1821470"/>
            <a:ext cx="6091774" cy="4333879"/>
          </a:xfrm>
          <a:prstGeom prst="rect">
            <a:avLst/>
          </a:prstGeom>
        </p:spPr>
        <p:txBody>
          <a:bodyPr wrap="square">
            <a:spAutoFit/>
          </a:bodyPr>
          <a:lstStyle/>
          <a:p>
            <a:pPr>
              <a:lnSpc>
                <a:spcPct val="107000"/>
              </a:lnSpc>
              <a:spcAft>
                <a:spcPts val="800"/>
              </a:spcAft>
              <a:buNone/>
            </a:pPr>
            <a:r>
              <a:rPr lang="en-US" sz="1800" kern="100">
                <a:effectLst/>
                <a:latin typeface="Aptos" panose="020B0004020202020204" pitchFamily="34" charset="0"/>
                <a:ea typeface="Aptos" panose="020B0004020202020204" pitchFamily="34" charset="0"/>
                <a:cs typeface="Times New Roman" panose="02020603050405020304" pitchFamily="18" charset="0"/>
              </a:rPr>
              <a:t>The existing iteration of the Child Health &amp; Well-Being Tracking Software presents certain limitations, including the absence of multi-user functionality and a lack of advanced analytical tools. To advance the project, it is essential to focus on enhancements such as the introduction of multi-user support, the incorporation of AI-driven health insights, and the creation of a mobile application.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Throughout the development process, we recognized the significance of user feedback, which has been instrumental in guiding design enhancements, and the vital importance of thorough testing to detect and resolve issues at an early stage. These insights will contribute to the refinement of future versions and the overall enhancement of user experience.</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8194" name="Picture 2" descr="Cartoon Kid with balloon">
            <a:extLst>
              <a:ext uri="{FF2B5EF4-FFF2-40B4-BE49-F238E27FC236}">
                <a16:creationId xmlns:a16="http://schemas.microsoft.com/office/drawing/2014/main" id="{5CE43F86-3C68-DF3C-65DD-9C24F1309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1271221"/>
            <a:ext cx="2832249" cy="543437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F8B2177-7DB4-904C-E525-87373530A6F9}"/>
              </a:ext>
            </a:extLst>
          </p:cNvPr>
          <p:cNvSpPr/>
          <p:nvPr/>
        </p:nvSpPr>
        <p:spPr>
          <a:xfrm>
            <a:off x="-3513085" y="245588"/>
            <a:ext cx="3056745" cy="378565"/>
          </a:xfrm>
          <a:prstGeom prst="rect">
            <a:avLst/>
          </a:prstGeom>
        </p:spPr>
        <p:txBody>
          <a:bodyPr wrap="square" lIns="91440" tIns="45720" rIns="91440" bIns="45720" anchor="t">
            <a:spAutoFit/>
          </a:bodyPr>
          <a:lstStyle/>
          <a:p>
            <a:pPr>
              <a:lnSpc>
                <a:spcPct val="107000"/>
              </a:lnSpc>
              <a:spcAft>
                <a:spcPts val="800"/>
              </a:spcAft>
              <a:buNone/>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60950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9BCF-E4B9-C257-01BB-CC387051535B}"/>
              </a:ext>
            </a:extLst>
          </p:cNvPr>
          <p:cNvSpPr>
            <a:spLocks noGrp="1"/>
          </p:cNvSpPr>
          <p:nvPr>
            <p:ph type="ctrTitle"/>
          </p:nvPr>
        </p:nvSpPr>
        <p:spPr>
          <a:xfrm>
            <a:off x="431540" y="908720"/>
            <a:ext cx="8280920" cy="5580620"/>
          </a:xfrm>
        </p:spPr>
        <p:txBody>
          <a:bodyPr/>
          <a:lstStyle/>
          <a:p>
            <a:pPr algn="ctr"/>
            <a:r>
              <a:rPr lang="en-GB"/>
              <a:t>Thank you!</a:t>
            </a:r>
          </a:p>
        </p:txBody>
      </p:sp>
      <p:sp>
        <p:nvSpPr>
          <p:cNvPr id="4" name="TextBox 3">
            <a:extLst>
              <a:ext uri="{FF2B5EF4-FFF2-40B4-BE49-F238E27FC236}">
                <a16:creationId xmlns:a16="http://schemas.microsoft.com/office/drawing/2014/main" id="{5C8C1793-5073-8D8B-5094-20B7958A89EA}"/>
              </a:ext>
            </a:extLst>
          </p:cNvPr>
          <p:cNvSpPr txBox="1"/>
          <p:nvPr/>
        </p:nvSpPr>
        <p:spPr>
          <a:xfrm>
            <a:off x="3023828" y="3529753"/>
            <a:ext cx="3096344" cy="338554"/>
          </a:xfrm>
          <a:prstGeom prst="rect">
            <a:avLst/>
          </a:prstGeom>
          <a:noFill/>
        </p:spPr>
        <p:txBody>
          <a:bodyPr wrap="square" rtlCol="0">
            <a:spAutoFit/>
          </a:bodyPr>
          <a:lstStyle/>
          <a:p>
            <a:pPr algn="ctr"/>
            <a:r>
              <a:rPr lang="en-GB"/>
              <a:t>[picture of the team, maybe]</a:t>
            </a:r>
          </a:p>
        </p:txBody>
      </p:sp>
    </p:spTree>
    <p:extLst>
      <p:ext uri="{BB962C8B-B14F-4D97-AF65-F5344CB8AC3E}">
        <p14:creationId xmlns:p14="http://schemas.microsoft.com/office/powerpoint/2010/main" val="2251901299"/>
      </p:ext>
    </p:extLst>
  </p:cSld>
  <p:clrMapOvr>
    <a:masterClrMapping/>
  </p:clrMapOvr>
</p:sld>
</file>

<file path=ppt/theme/theme1.xml><?xml version="1.0" encoding="utf-8"?>
<a:theme xmlns:a="http://schemas.openxmlformats.org/drawingml/2006/main" name="uoe_branded_presentation">
  <a:themeElements>
    <a:clrScheme name="University brand">
      <a:dk1>
        <a:srgbClr val="4D4F53"/>
      </a:dk1>
      <a:lt1>
        <a:srgbClr val="FFFFFF"/>
      </a:lt1>
      <a:dk2>
        <a:srgbClr val="766A65"/>
      </a:dk2>
      <a:lt2>
        <a:srgbClr val="AEAA6C"/>
      </a:lt2>
      <a:accent1>
        <a:srgbClr val="A90061"/>
      </a:accent1>
      <a:accent2>
        <a:srgbClr val="E98300"/>
      </a:accent2>
      <a:accent3>
        <a:srgbClr val="007A87"/>
      </a:accent3>
      <a:accent4>
        <a:srgbClr val="0065BD"/>
      </a:accent4>
      <a:accent5>
        <a:srgbClr val="003478"/>
      </a:accent5>
      <a:accent6>
        <a:srgbClr val="AAA38E"/>
      </a:accent6>
      <a:hlink>
        <a:srgbClr val="0065BD"/>
      </a:hlink>
      <a:folHlink>
        <a:srgbClr val="008542"/>
      </a:folHlink>
    </a:clrScheme>
    <a:fontScheme name="Large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arge text 1">
        <a:dk1>
          <a:srgbClr val="4D4F53"/>
        </a:dk1>
        <a:lt1>
          <a:srgbClr val="FFFFFF"/>
        </a:lt1>
        <a:dk2>
          <a:srgbClr val="007A87"/>
        </a:dk2>
        <a:lt2>
          <a:srgbClr val="FFFFFF"/>
        </a:lt2>
        <a:accent1>
          <a:srgbClr val="E98300"/>
        </a:accent1>
        <a:accent2>
          <a:srgbClr val="0065BD"/>
        </a:accent2>
        <a:accent3>
          <a:srgbClr val="AABEC3"/>
        </a:accent3>
        <a:accent4>
          <a:srgbClr val="DADADA"/>
        </a:accent4>
        <a:accent5>
          <a:srgbClr val="F2C1AA"/>
        </a:accent5>
        <a:accent6>
          <a:srgbClr val="005BAB"/>
        </a:accent6>
        <a:hlink>
          <a:srgbClr val="A90061"/>
        </a:hlink>
        <a:folHlink>
          <a:srgbClr val="4C5CC5"/>
        </a:folHlink>
      </a:clrScheme>
      <a:clrMap bg1="dk2" tx1="lt1" bg2="dk1" tx2="lt2" accent1="accent1" accent2="accent2" accent3="accent3" accent4="accent4" accent5="accent5" accent6="accent6" hlink="hlink" folHlink="folHlink"/>
    </a:extraClrScheme>
    <a:extraClrScheme>
      <a:clrScheme name="Large text 2">
        <a:dk1>
          <a:srgbClr val="4D4F53"/>
        </a:dk1>
        <a:lt1>
          <a:srgbClr val="FFFFFF"/>
        </a:lt1>
        <a:dk2>
          <a:srgbClr val="0065BD"/>
        </a:dk2>
        <a:lt2>
          <a:srgbClr val="FFFFFF"/>
        </a:lt2>
        <a:accent1>
          <a:srgbClr val="A90061"/>
        </a:accent1>
        <a:accent2>
          <a:srgbClr val="E98300"/>
        </a:accent2>
        <a:accent3>
          <a:srgbClr val="AAB8DB"/>
        </a:accent3>
        <a:accent4>
          <a:srgbClr val="DADADA"/>
        </a:accent4>
        <a:accent5>
          <a:srgbClr val="D1AAB7"/>
        </a:accent5>
        <a:accent6>
          <a:srgbClr val="D37600"/>
        </a:accent6>
        <a:hlink>
          <a:srgbClr val="007A87"/>
        </a:hlink>
        <a:folHlink>
          <a:srgbClr val="4C5CC5"/>
        </a:folHlink>
      </a:clrScheme>
      <a:clrMap bg1="dk2" tx1="lt1" bg2="dk1" tx2="lt2" accent1="accent1" accent2="accent2" accent3="accent3" accent4="accent4" accent5="accent5" accent6="accent6" hlink="hlink" folHlink="folHlink"/>
    </a:extraClrScheme>
    <a:extraClrScheme>
      <a:clrScheme name="Large text 3">
        <a:dk1>
          <a:srgbClr val="4D4F53"/>
        </a:dk1>
        <a:lt1>
          <a:srgbClr val="FFFFFF"/>
        </a:lt1>
        <a:dk2>
          <a:srgbClr val="FFFFFF"/>
        </a:dk2>
        <a:lt2>
          <a:srgbClr val="808080"/>
        </a:lt2>
        <a:accent1>
          <a:srgbClr val="A90061"/>
        </a:accent1>
        <a:accent2>
          <a:srgbClr val="E98300"/>
        </a:accent2>
        <a:accent3>
          <a:srgbClr val="FFFFFF"/>
        </a:accent3>
        <a:accent4>
          <a:srgbClr val="404246"/>
        </a:accent4>
        <a:accent5>
          <a:srgbClr val="D1AAB7"/>
        </a:accent5>
        <a:accent6>
          <a:srgbClr val="D37600"/>
        </a:accent6>
        <a:hlink>
          <a:srgbClr val="007A87"/>
        </a:hlink>
        <a:folHlink>
          <a:srgbClr val="4C5CC5"/>
        </a:folHlink>
      </a:clrScheme>
      <a:clrMap bg1="lt1" tx1="dk1" bg2="lt2" tx2="dk2" accent1="accent1" accent2="accent2" accent3="accent3" accent4="accent4" accent5="accent5" accent6="accent6" hlink="hlink" folHlink="folHlink"/>
    </a:extraClrScheme>
    <a:extraClrScheme>
      <a:clrScheme name="Large text 4">
        <a:dk1>
          <a:srgbClr val="4D4F53"/>
        </a:dk1>
        <a:lt1>
          <a:srgbClr val="FFFFFF"/>
        </a:lt1>
        <a:dk2>
          <a:srgbClr val="E98300"/>
        </a:dk2>
        <a:lt2>
          <a:srgbClr val="FFFFFF"/>
        </a:lt2>
        <a:accent1>
          <a:srgbClr val="0065BD"/>
        </a:accent1>
        <a:accent2>
          <a:srgbClr val="A90061"/>
        </a:accent2>
        <a:accent3>
          <a:srgbClr val="F2C1AA"/>
        </a:accent3>
        <a:accent4>
          <a:srgbClr val="DADADA"/>
        </a:accent4>
        <a:accent5>
          <a:srgbClr val="AAB8DB"/>
        </a:accent5>
        <a:accent6>
          <a:srgbClr val="990057"/>
        </a:accent6>
        <a:hlink>
          <a:srgbClr val="007A87"/>
        </a:hlink>
        <a:folHlink>
          <a:srgbClr val="4C5CC5"/>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24</Slides>
  <Notes>9</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uoe_branded_presentation</vt:lpstr>
      <vt:lpstr>Child Health and Wellbeing Tracker  CE201 – Team Project Challenge  Team 34: Sneha Tandon, Leo Tovell, Sarfaraz Mohammed, Saif Wasi, Chloe Yammine, Cayan Deniz Kucuktopana</vt:lpstr>
      <vt:lpstr>Project Overview</vt:lpstr>
      <vt:lpstr>Project Overview</vt:lpstr>
      <vt:lpstr>Technical Implementation</vt:lpstr>
      <vt:lpstr>Technical Implementation</vt:lpstr>
      <vt:lpstr>Technical Implementation</vt:lpstr>
      <vt:lpstr>Demonstration of the  Final Product</vt:lpstr>
      <vt:lpstr>Demonstration of the Final Product</vt:lpstr>
      <vt:lpstr>Demonstration of the Final Product</vt:lpstr>
      <vt:lpstr>Project Management and Development Process</vt:lpstr>
      <vt:lpstr>Project Management and Development Process</vt:lpstr>
      <vt:lpstr>Project Management and Development Process</vt:lpstr>
      <vt:lpstr>Individual Contributions</vt:lpstr>
      <vt:lpstr>Leo</vt:lpstr>
      <vt:lpstr>Sneha</vt:lpstr>
      <vt:lpstr>Sarfaraz</vt:lpstr>
      <vt:lpstr>Saif</vt:lpstr>
      <vt:lpstr>Chloe</vt:lpstr>
      <vt:lpstr>Cayan Deniz</vt:lpstr>
      <vt:lpstr>Testing and Evaluation</vt:lpstr>
      <vt:lpstr>Testing and Evaluation</vt:lpstr>
      <vt:lpstr>Future Improvements and Reflection</vt:lpstr>
      <vt:lpstr>Future Improvements and Reflection</vt:lpstr>
      <vt:lpstr>Thank you!</vt:lpstr>
    </vt:vector>
  </TitlesOfParts>
  <Company>University of Essex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Modernisation of Higher Education</dc:title>
  <dc:creator>root</dc:creator>
  <cp:revision>1</cp:revision>
  <dcterms:created xsi:type="dcterms:W3CDTF">2011-09-05T11:52:04Z</dcterms:created>
  <dcterms:modified xsi:type="dcterms:W3CDTF">2025-03-20T11:44:31Z</dcterms:modified>
</cp:coreProperties>
</file>